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0" r:id="rId15"/>
  </p:sldIdLst>
  <p:sldSz cx="9144000" cy="6858000" type="screen4x3"/>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lvl1pPr>
    <a:lvl2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lvl2pPr>
    <a:lvl3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lvl3pPr>
    <a:lvl4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lvl4pPr>
    <a:lvl5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lvl5pPr>
    <a:lvl6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lvl6pPr>
    <a:lvl7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lvl7pPr>
    <a:lvl8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lvl8pPr>
    <a:lvl9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FD7E7"/>
          </a:solidFill>
        </a:fill>
      </a:tcStyle>
    </a:wholeTbl>
    <a:band2H>
      <a:tcTxStyle/>
      <a:tcStyle>
        <a:tcBdr/>
        <a:fill>
          <a:solidFill>
            <a:srgbClr val="E8ECF4"/>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EE7D0"/>
          </a:solidFill>
        </a:fill>
      </a:tcStyle>
    </a:wholeTbl>
    <a:band2H>
      <a:tcTxStyle/>
      <a:tcStyle>
        <a:tcBdr/>
        <a:fill>
          <a:solidFill>
            <a:srgbClr val="EFF3E9"/>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CDCCE"/>
          </a:solidFill>
        </a:fill>
      </a:tcStyle>
    </a:wholeTbl>
    <a:band2H>
      <a:tcTxStyle/>
      <a:tcStyle>
        <a:tcBdr/>
        <a:fill>
          <a:solidFill>
            <a:srgbClr val="FDEEE8"/>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aj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rgbClr val="FFFFFF"/>
          </a:solidFill>
        </a:fill>
      </a:tcStyle>
    </a:band2H>
    <a:firstCol>
      <a:tcTxStyle b="on" i="off">
        <a:fontRef idx="maj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aj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aj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a:tcStyle>
        <a:tcBdr/>
        <a:fill>
          <a:solidFill>
            <a:srgbClr val="E6E6E6"/>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a:tcStyle>
        <a:tcBdr/>
        <a:fill>
          <a:solidFill>
            <a:srgbClr val="FFFFFF"/>
          </a:solidFill>
        </a:fill>
      </a:tcStyle>
    </a:band2H>
    <a:firstCol>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179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2" name="Shape 112"/>
          <p:cNvSpPr>
            <a:spLocks noGrp="1" noRot="1" noChangeAspect="1"/>
          </p:cNvSpPr>
          <p:nvPr>
            <p:ph type="sldImg"/>
          </p:nvPr>
        </p:nvSpPr>
        <p:spPr>
          <a:xfrm>
            <a:off x="1143000" y="685800"/>
            <a:ext cx="4572000" cy="3429000"/>
          </a:xfrm>
          <a:prstGeom prst="rect">
            <a:avLst/>
          </a:prstGeom>
        </p:spPr>
        <p:txBody>
          <a:bodyPr/>
          <a:lstStyle/>
          <a:p>
            <a:endParaRPr/>
          </a:p>
        </p:txBody>
      </p:sp>
      <p:sp>
        <p:nvSpPr>
          <p:cNvPr id="113" name="Shape 113"/>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latinLnBrk="0">
      <a:defRPr sz="1400">
        <a:latin typeface="+mj-lt"/>
        <a:ea typeface="+mj-ea"/>
        <a:cs typeface="+mj-cs"/>
        <a:sym typeface="Arial"/>
      </a:defRPr>
    </a:lvl1pPr>
    <a:lvl2pPr indent="228600" latinLnBrk="0">
      <a:defRPr sz="1400">
        <a:latin typeface="+mj-lt"/>
        <a:ea typeface="+mj-ea"/>
        <a:cs typeface="+mj-cs"/>
        <a:sym typeface="Arial"/>
      </a:defRPr>
    </a:lvl2pPr>
    <a:lvl3pPr indent="457200" latinLnBrk="0">
      <a:defRPr sz="1400">
        <a:latin typeface="+mj-lt"/>
        <a:ea typeface="+mj-ea"/>
        <a:cs typeface="+mj-cs"/>
        <a:sym typeface="Arial"/>
      </a:defRPr>
    </a:lvl3pPr>
    <a:lvl4pPr indent="685800" latinLnBrk="0">
      <a:defRPr sz="1400">
        <a:latin typeface="+mj-lt"/>
        <a:ea typeface="+mj-ea"/>
        <a:cs typeface="+mj-cs"/>
        <a:sym typeface="Arial"/>
      </a:defRPr>
    </a:lvl4pPr>
    <a:lvl5pPr indent="914400" latinLnBrk="0">
      <a:defRPr sz="1400">
        <a:latin typeface="+mj-lt"/>
        <a:ea typeface="+mj-ea"/>
        <a:cs typeface="+mj-cs"/>
        <a:sym typeface="Arial"/>
      </a:defRPr>
    </a:lvl5pPr>
    <a:lvl6pPr indent="1143000" latinLnBrk="0">
      <a:defRPr sz="1400">
        <a:latin typeface="+mj-lt"/>
        <a:ea typeface="+mj-ea"/>
        <a:cs typeface="+mj-cs"/>
        <a:sym typeface="Arial"/>
      </a:defRPr>
    </a:lvl6pPr>
    <a:lvl7pPr indent="1371600" latinLnBrk="0">
      <a:defRPr sz="1400">
        <a:latin typeface="+mj-lt"/>
        <a:ea typeface="+mj-ea"/>
        <a:cs typeface="+mj-cs"/>
        <a:sym typeface="Arial"/>
      </a:defRPr>
    </a:lvl7pPr>
    <a:lvl8pPr indent="1600200" latinLnBrk="0">
      <a:defRPr sz="1400">
        <a:latin typeface="+mj-lt"/>
        <a:ea typeface="+mj-ea"/>
        <a:cs typeface="+mj-cs"/>
        <a:sym typeface="Arial"/>
      </a:defRPr>
    </a:lvl8pPr>
    <a:lvl9pPr indent="1828800" latinLnBrk="0">
      <a:defRPr sz="1400">
        <a:latin typeface="+mj-lt"/>
        <a:ea typeface="+mj-ea"/>
        <a:cs typeface="+mj-cs"/>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 name="Shape 152"/>
          <p:cNvSpPr>
            <a:spLocks noGrp="1" noRot="1" noChangeAspect="1"/>
          </p:cNvSpPr>
          <p:nvPr>
            <p:ph type="sldImg"/>
          </p:nvPr>
        </p:nvSpPr>
        <p:spPr>
          <a:prstGeom prst="rect">
            <a:avLst/>
          </a:prstGeom>
        </p:spPr>
        <p:txBody>
          <a:bodyPr/>
          <a:lstStyle/>
          <a:p>
            <a:endParaRPr/>
          </a:p>
        </p:txBody>
      </p:sp>
      <p:sp>
        <p:nvSpPr>
          <p:cNvPr id="153" name="Shape 153"/>
          <p:cNvSpPr>
            <a:spLocks noGrp="1"/>
          </p:cNvSpPr>
          <p:nvPr>
            <p:ph type="body" sz="quarter" idx="1"/>
          </p:nvPr>
        </p:nvSpPr>
        <p:spPr>
          <a:prstGeom prst="rect">
            <a:avLst/>
          </a:prstGeom>
        </p:spPr>
        <p:txBody>
          <a:bodyPr/>
          <a:lstStyle>
            <a:lvl1pPr>
              <a:defRPr sz="1100"/>
            </a:lvl1pPr>
          </a:lstStyle>
          <a:p>
            <a:r>
              <a:t>The minimization is explicitly approximated: it checks only certain production rules (up to a fixed size) and relies on an ordered comparison of constraints. When multiple constraints are borderline equivalent, small differences in evaluation order can lead to slightly different minimal sets (±1–2 constraints). This does not affect the overall results.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a:extLst>
            <a:ext uri="{FF2B5EF4-FFF2-40B4-BE49-F238E27FC236}">
              <a16:creationId xmlns:a16="http://schemas.microsoft.com/office/drawing/2014/main" id="{75EA314F-2B3B-FB19-027F-DF01E1FADE7B}"/>
            </a:ext>
          </a:extLst>
        </p:cNvPr>
        <p:cNvGrpSpPr/>
        <p:nvPr/>
      </p:nvGrpSpPr>
      <p:grpSpPr>
        <a:xfrm>
          <a:off x="0" y="0"/>
          <a:ext cx="0" cy="0"/>
          <a:chOff x="0" y="0"/>
          <a:chExt cx="0" cy="0"/>
        </a:xfrm>
      </p:grpSpPr>
      <p:sp>
        <p:nvSpPr>
          <p:cNvPr id="159" name="Google Shape;159;g3b5f24bda46_0_125:notes">
            <a:extLst>
              <a:ext uri="{FF2B5EF4-FFF2-40B4-BE49-F238E27FC236}">
                <a16:creationId xmlns:a16="http://schemas.microsoft.com/office/drawing/2014/main" id="{9178EBE9-B609-8834-F922-B8203A6A65E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0" name="Google Shape;160;g3b5f24bda46_0_125:notes">
            <a:extLst>
              <a:ext uri="{FF2B5EF4-FFF2-40B4-BE49-F238E27FC236}">
                <a16:creationId xmlns:a16="http://schemas.microsoft.com/office/drawing/2014/main" id="{AEEEE531-A214-39DE-F341-3C05487CE52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3715034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x">
  <p:cSld name="OBJECT">
    <p:spTree>
      <p:nvGrpSpPr>
        <p:cNvPr id="1" name=""/>
        <p:cNvGrpSpPr/>
        <p:nvPr/>
      </p:nvGrpSpPr>
      <p:grpSpPr>
        <a:xfrm>
          <a:off x="0" y="0"/>
          <a:ext cx="0" cy="0"/>
          <a:chOff x="0" y="0"/>
          <a:chExt cx="0" cy="0"/>
        </a:xfrm>
      </p:grpSpPr>
      <p:sp>
        <p:nvSpPr>
          <p:cNvPr id="11" name="Title Text"/>
          <p:cNvSpPr txBox="1">
            <a:spLocks noGrp="1"/>
          </p:cNvSpPr>
          <p:nvPr>
            <p:ph type="title"/>
          </p:nvPr>
        </p:nvSpPr>
        <p:spPr>
          <a:prstGeom prst="rect">
            <a:avLst/>
          </a:prstGeom>
        </p:spPr>
        <p:txBody>
          <a:bodyPr/>
          <a:lstStyle/>
          <a:p>
            <a:r>
              <a:t>Title Text</a:t>
            </a:r>
          </a:p>
        </p:txBody>
      </p:sp>
      <p:sp>
        <p:nvSpPr>
          <p:cNvPr id="12" name="Body Level One…"/>
          <p:cNvSpPr txBox="1">
            <a:spLocks noGrp="1"/>
          </p:cNvSpPr>
          <p:nvPr>
            <p:ph type="body" idx="1"/>
          </p:nvPr>
        </p:nvSpPr>
        <p:spPr>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1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SECTION_HEADER">
    <p:spTree>
      <p:nvGrpSpPr>
        <p:cNvPr id="1" name=""/>
        <p:cNvGrpSpPr/>
        <p:nvPr/>
      </p:nvGrpSpPr>
      <p:grpSpPr>
        <a:xfrm>
          <a:off x="0" y="0"/>
          <a:ext cx="0" cy="0"/>
          <a:chOff x="0" y="0"/>
          <a:chExt cx="0" cy="0"/>
        </a:xfrm>
      </p:grpSpPr>
      <p:sp>
        <p:nvSpPr>
          <p:cNvPr id="29" name="Title Text"/>
          <p:cNvSpPr txBox="1">
            <a:spLocks noGrp="1"/>
          </p:cNvSpPr>
          <p:nvPr>
            <p:ph type="title"/>
          </p:nvPr>
        </p:nvSpPr>
        <p:spPr>
          <a:xfrm>
            <a:off x="722312" y="4406900"/>
            <a:ext cx="7772401" cy="1362075"/>
          </a:xfrm>
          <a:prstGeom prst="rect">
            <a:avLst/>
          </a:prstGeom>
        </p:spPr>
        <p:txBody>
          <a:bodyPr anchor="t"/>
          <a:lstStyle>
            <a:lvl1pPr algn="l">
              <a:defRPr sz="4000" b="1"/>
            </a:lvl1pPr>
          </a:lstStyle>
          <a:p>
            <a:r>
              <a:t>Title Text</a:t>
            </a:r>
          </a:p>
        </p:txBody>
      </p:sp>
      <p:sp>
        <p:nvSpPr>
          <p:cNvPr id="30" name="Body Level One…"/>
          <p:cNvSpPr txBox="1">
            <a:spLocks noGrp="1"/>
          </p:cNvSpPr>
          <p:nvPr>
            <p:ph type="body" sz="quarter" idx="1"/>
          </p:nvPr>
        </p:nvSpPr>
        <p:spPr>
          <a:xfrm>
            <a:off x="722312" y="2906713"/>
            <a:ext cx="7772401" cy="1500188"/>
          </a:xfrm>
          <a:prstGeom prst="rect">
            <a:avLst/>
          </a:prstGeom>
        </p:spPr>
        <p:txBody>
          <a:bodyPr anchor="b"/>
          <a:lstStyle>
            <a:lvl1pPr marL="228600" indent="0">
              <a:spcBef>
                <a:spcPts val="400"/>
              </a:spcBef>
              <a:buClrTx/>
              <a:buSzTx/>
              <a:buFontTx/>
              <a:buNone/>
              <a:defRPr sz="2000">
                <a:solidFill>
                  <a:srgbClr val="888888"/>
                </a:solidFill>
              </a:defRPr>
            </a:lvl1pPr>
            <a:lvl2pPr marL="228600" indent="457200">
              <a:spcBef>
                <a:spcPts val="400"/>
              </a:spcBef>
              <a:buClrTx/>
              <a:buSzTx/>
              <a:buFontTx/>
              <a:buNone/>
              <a:defRPr sz="2000">
                <a:solidFill>
                  <a:srgbClr val="888888"/>
                </a:solidFill>
              </a:defRPr>
            </a:lvl2pPr>
            <a:lvl3pPr marL="228600" indent="914400">
              <a:spcBef>
                <a:spcPts val="400"/>
              </a:spcBef>
              <a:buClrTx/>
              <a:buSzTx/>
              <a:buFontTx/>
              <a:buNone/>
              <a:defRPr sz="2000">
                <a:solidFill>
                  <a:srgbClr val="888888"/>
                </a:solidFill>
              </a:defRPr>
            </a:lvl3pPr>
            <a:lvl4pPr marL="228600" indent="1371600">
              <a:spcBef>
                <a:spcPts val="400"/>
              </a:spcBef>
              <a:buClrTx/>
              <a:buSzTx/>
              <a:buFontTx/>
              <a:buNone/>
              <a:defRPr sz="2000">
                <a:solidFill>
                  <a:srgbClr val="888888"/>
                </a:solidFill>
              </a:defRPr>
            </a:lvl4pPr>
            <a:lvl5pPr marL="228600" indent="1828800">
              <a:spcBef>
                <a:spcPts val="400"/>
              </a:spcBef>
              <a:buClrTx/>
              <a:buSzTx/>
              <a:buFontTx/>
              <a:buNone/>
              <a:defRPr sz="2000">
                <a:solidFill>
                  <a:srgbClr val="888888"/>
                </a:solidFill>
              </a:defRPr>
            </a:lvl5pPr>
          </a:lstStyle>
          <a:p>
            <a:r>
              <a:t>Body Level One</a:t>
            </a:r>
          </a:p>
          <a:p>
            <a:pPr lvl="1"/>
            <a:r>
              <a:t>Body Level Two</a:t>
            </a:r>
          </a:p>
          <a:p>
            <a:pPr lvl="2"/>
            <a:r>
              <a:t>Body Level Three</a:t>
            </a:r>
          </a:p>
          <a:p>
            <a:pPr lvl="3"/>
            <a:r>
              <a:t>Body Level Four</a:t>
            </a:r>
          </a:p>
          <a:p>
            <a:pPr lvl="4"/>
            <a:r>
              <a:t>Body Level Five</a:t>
            </a:r>
          </a:p>
        </p:txBody>
      </p:sp>
      <p:sp>
        <p:nvSpPr>
          <p:cNvPr id="3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TWO_OBJECTS">
    <p:spTree>
      <p:nvGrpSpPr>
        <p:cNvPr id="1" name=""/>
        <p:cNvGrpSpPr/>
        <p:nvPr/>
      </p:nvGrpSpPr>
      <p:grpSpPr>
        <a:xfrm>
          <a:off x="0" y="0"/>
          <a:ext cx="0" cy="0"/>
          <a:chOff x="0" y="0"/>
          <a:chExt cx="0" cy="0"/>
        </a:xfrm>
      </p:grpSpPr>
      <p:sp>
        <p:nvSpPr>
          <p:cNvPr id="38" name="Title Text"/>
          <p:cNvSpPr txBox="1">
            <a:spLocks noGrp="1"/>
          </p:cNvSpPr>
          <p:nvPr>
            <p:ph type="title"/>
          </p:nvPr>
        </p:nvSpPr>
        <p:spPr>
          <a:prstGeom prst="rect">
            <a:avLst/>
          </a:prstGeom>
        </p:spPr>
        <p:txBody>
          <a:bodyPr/>
          <a:lstStyle/>
          <a:p>
            <a:r>
              <a:t>Title Text</a:t>
            </a:r>
          </a:p>
        </p:txBody>
      </p:sp>
      <p:sp>
        <p:nvSpPr>
          <p:cNvPr id="39" name="Body Level One…"/>
          <p:cNvSpPr txBox="1">
            <a:spLocks noGrp="1"/>
          </p:cNvSpPr>
          <p:nvPr>
            <p:ph type="body" sz="half" idx="1"/>
          </p:nvPr>
        </p:nvSpPr>
        <p:spPr>
          <a:xfrm>
            <a:off x="457200" y="1600200"/>
            <a:ext cx="4038600" cy="4525963"/>
          </a:xfrm>
          <a:prstGeom prst="rect">
            <a:avLst/>
          </a:prstGeom>
        </p:spPr>
        <p:txBody>
          <a:bodyPr/>
          <a:lstStyle>
            <a:lvl1pPr indent="-406400">
              <a:spcBef>
                <a:spcPts val="500"/>
              </a:spcBef>
              <a:buSzPts val="2800"/>
              <a:defRPr sz="2800"/>
            </a:lvl1pPr>
            <a:lvl2pPr marL="977900" indent="-444500">
              <a:spcBef>
                <a:spcPts val="500"/>
              </a:spcBef>
              <a:buSzPts val="2800"/>
              <a:defRPr sz="2800"/>
            </a:lvl2pPr>
            <a:lvl3pPr marL="1513839" indent="-497839">
              <a:spcBef>
                <a:spcPts val="500"/>
              </a:spcBef>
              <a:buSzPts val="2800"/>
              <a:defRPr sz="2800"/>
            </a:lvl3pPr>
            <a:lvl4pPr marL="2019300" indent="-533400">
              <a:spcBef>
                <a:spcPts val="500"/>
              </a:spcBef>
              <a:buSzPts val="2800"/>
              <a:defRPr sz="2800"/>
            </a:lvl4pPr>
            <a:lvl5pPr marL="2476500" indent="-533400">
              <a:spcBef>
                <a:spcPts val="500"/>
              </a:spcBef>
              <a:buSzPts val="2800"/>
              <a:defRPr sz="2800"/>
            </a:lvl5pPr>
          </a:lstStyle>
          <a:p>
            <a:r>
              <a:t>Body Level One</a:t>
            </a:r>
          </a:p>
          <a:p>
            <a:pPr lvl="1"/>
            <a:r>
              <a:t>Body Level Two</a:t>
            </a:r>
          </a:p>
          <a:p>
            <a:pPr lvl="2"/>
            <a:r>
              <a:t>Body Level Three</a:t>
            </a:r>
          </a:p>
          <a:p>
            <a:pPr lvl="3"/>
            <a:r>
              <a:t>Body Level Four</a:t>
            </a:r>
          </a:p>
          <a:p>
            <a:pPr lvl="4"/>
            <a:r>
              <a:t>Body Level Five</a:t>
            </a:r>
          </a:p>
        </p:txBody>
      </p:sp>
      <p:sp>
        <p:nvSpPr>
          <p:cNvPr id="40" name="Google Shape;32;p17"/>
          <p:cNvSpPr txBox="1">
            <a:spLocks noGrp="1"/>
          </p:cNvSpPr>
          <p:nvPr>
            <p:ph type="body" sz="half" idx="21"/>
          </p:nvPr>
        </p:nvSpPr>
        <p:spPr>
          <a:xfrm>
            <a:off x="4648200" y="1600200"/>
            <a:ext cx="4038600" cy="4525963"/>
          </a:xfrm>
          <a:prstGeom prst="rect">
            <a:avLst/>
          </a:prstGeom>
        </p:spPr>
        <p:txBody>
          <a:bodyPr/>
          <a:lstStyle/>
          <a:p>
            <a:pPr indent="-406400">
              <a:spcBef>
                <a:spcPts val="500"/>
              </a:spcBef>
              <a:buSzPts val="2800"/>
              <a:defRPr sz="2800"/>
            </a:pPr>
            <a:endParaRPr/>
          </a:p>
        </p:txBody>
      </p:sp>
      <p:sp>
        <p:nvSpPr>
          <p:cNvPr id="4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TWO_OBJECTS_WITH_TEXT">
    <p:spTree>
      <p:nvGrpSpPr>
        <p:cNvPr id="1" name=""/>
        <p:cNvGrpSpPr/>
        <p:nvPr/>
      </p:nvGrpSpPr>
      <p:grpSpPr>
        <a:xfrm>
          <a:off x="0" y="0"/>
          <a:ext cx="0" cy="0"/>
          <a:chOff x="0" y="0"/>
          <a:chExt cx="0" cy="0"/>
        </a:xfrm>
      </p:grpSpPr>
      <p:sp>
        <p:nvSpPr>
          <p:cNvPr id="48" name="Title Text"/>
          <p:cNvSpPr txBox="1">
            <a:spLocks noGrp="1"/>
          </p:cNvSpPr>
          <p:nvPr>
            <p:ph type="title"/>
          </p:nvPr>
        </p:nvSpPr>
        <p:spPr>
          <a:prstGeom prst="rect">
            <a:avLst/>
          </a:prstGeom>
        </p:spPr>
        <p:txBody>
          <a:bodyPr/>
          <a:lstStyle/>
          <a:p>
            <a:r>
              <a:t>Title Text</a:t>
            </a:r>
          </a:p>
        </p:txBody>
      </p:sp>
      <p:sp>
        <p:nvSpPr>
          <p:cNvPr id="49" name="Body Level One…"/>
          <p:cNvSpPr txBox="1">
            <a:spLocks noGrp="1"/>
          </p:cNvSpPr>
          <p:nvPr>
            <p:ph type="body" sz="quarter" idx="1"/>
          </p:nvPr>
        </p:nvSpPr>
        <p:spPr>
          <a:xfrm>
            <a:off x="457200" y="1535112"/>
            <a:ext cx="4040188" cy="639763"/>
          </a:xfrm>
          <a:prstGeom prst="rect">
            <a:avLst/>
          </a:prstGeom>
        </p:spPr>
        <p:txBody>
          <a:bodyPr anchor="b"/>
          <a:lstStyle>
            <a:lvl1pPr marL="228600" indent="0">
              <a:spcBef>
                <a:spcPts val="400"/>
              </a:spcBef>
              <a:buClrTx/>
              <a:buSzTx/>
              <a:buFontTx/>
              <a:buNone/>
              <a:defRPr sz="2400" b="1"/>
            </a:lvl1pPr>
            <a:lvl2pPr marL="228600" indent="457200">
              <a:spcBef>
                <a:spcPts val="400"/>
              </a:spcBef>
              <a:buClrTx/>
              <a:buSzTx/>
              <a:buFontTx/>
              <a:buNone/>
              <a:defRPr sz="2400" b="1"/>
            </a:lvl2pPr>
            <a:lvl3pPr marL="228600" indent="914400">
              <a:spcBef>
                <a:spcPts val="400"/>
              </a:spcBef>
              <a:buClrTx/>
              <a:buSzTx/>
              <a:buFontTx/>
              <a:buNone/>
              <a:defRPr sz="2400" b="1"/>
            </a:lvl3pPr>
            <a:lvl4pPr marL="228600" indent="1371600">
              <a:spcBef>
                <a:spcPts val="400"/>
              </a:spcBef>
              <a:buClrTx/>
              <a:buSzTx/>
              <a:buFontTx/>
              <a:buNone/>
              <a:defRPr sz="2400" b="1"/>
            </a:lvl4pPr>
            <a:lvl5pPr marL="228600" indent="1828800">
              <a:spcBef>
                <a:spcPts val="400"/>
              </a:spcBef>
              <a:buClrTx/>
              <a:buSzTx/>
              <a:buFontTx/>
              <a:buNone/>
              <a:defRPr sz="2400" b="1"/>
            </a:lvl5pPr>
          </a:lstStyle>
          <a:p>
            <a:r>
              <a:t>Body Level One</a:t>
            </a:r>
          </a:p>
          <a:p>
            <a:pPr lvl="1"/>
            <a:r>
              <a:t>Body Level Two</a:t>
            </a:r>
          </a:p>
          <a:p>
            <a:pPr lvl="2"/>
            <a:r>
              <a:t>Body Level Three</a:t>
            </a:r>
          </a:p>
          <a:p>
            <a:pPr lvl="3"/>
            <a:r>
              <a:t>Body Level Four</a:t>
            </a:r>
          </a:p>
          <a:p>
            <a:pPr lvl="4"/>
            <a:r>
              <a:t>Body Level Five</a:t>
            </a:r>
          </a:p>
        </p:txBody>
      </p:sp>
      <p:sp>
        <p:nvSpPr>
          <p:cNvPr id="50" name="Google Shape;39;p18"/>
          <p:cNvSpPr txBox="1">
            <a:spLocks noGrp="1"/>
          </p:cNvSpPr>
          <p:nvPr>
            <p:ph type="body" sz="half" idx="21"/>
          </p:nvPr>
        </p:nvSpPr>
        <p:spPr>
          <a:xfrm>
            <a:off x="457200" y="2174875"/>
            <a:ext cx="4040188" cy="3951288"/>
          </a:xfrm>
          <a:prstGeom prst="rect">
            <a:avLst/>
          </a:prstGeom>
        </p:spPr>
        <p:txBody>
          <a:bodyPr/>
          <a:lstStyle/>
          <a:p>
            <a:pPr indent="-381000">
              <a:spcBef>
                <a:spcPts val="400"/>
              </a:spcBef>
              <a:buSzPts val="2400"/>
              <a:defRPr sz="2400"/>
            </a:pPr>
            <a:endParaRPr/>
          </a:p>
        </p:txBody>
      </p:sp>
      <p:sp>
        <p:nvSpPr>
          <p:cNvPr id="51" name="Google Shape;40;p18"/>
          <p:cNvSpPr txBox="1">
            <a:spLocks noGrp="1"/>
          </p:cNvSpPr>
          <p:nvPr>
            <p:ph type="body" sz="quarter" idx="22"/>
          </p:nvPr>
        </p:nvSpPr>
        <p:spPr>
          <a:xfrm>
            <a:off x="4645025" y="1535112"/>
            <a:ext cx="4041775" cy="639763"/>
          </a:xfrm>
          <a:prstGeom prst="rect">
            <a:avLst/>
          </a:prstGeom>
        </p:spPr>
        <p:txBody>
          <a:bodyPr anchor="b"/>
          <a:lstStyle/>
          <a:p>
            <a:pPr marL="228600" indent="0">
              <a:spcBef>
                <a:spcPts val="400"/>
              </a:spcBef>
              <a:buClrTx/>
              <a:buSzTx/>
              <a:buFontTx/>
              <a:buNone/>
              <a:defRPr sz="2400" b="1"/>
            </a:pPr>
            <a:endParaRPr/>
          </a:p>
        </p:txBody>
      </p:sp>
      <p:sp>
        <p:nvSpPr>
          <p:cNvPr id="52" name="Google Shape;41;p18"/>
          <p:cNvSpPr txBox="1">
            <a:spLocks noGrp="1"/>
          </p:cNvSpPr>
          <p:nvPr>
            <p:ph type="body" sz="half" idx="23"/>
          </p:nvPr>
        </p:nvSpPr>
        <p:spPr>
          <a:xfrm>
            <a:off x="4645025" y="2174875"/>
            <a:ext cx="4041775" cy="3951288"/>
          </a:xfrm>
          <a:prstGeom prst="rect">
            <a:avLst/>
          </a:prstGeom>
        </p:spPr>
        <p:txBody>
          <a:bodyPr/>
          <a:lstStyle/>
          <a:p>
            <a:pPr indent="-381000">
              <a:spcBef>
                <a:spcPts val="400"/>
              </a:spcBef>
              <a:buSzPts val="2400"/>
              <a:defRPr sz="2400"/>
            </a:pPr>
            <a:endParaRPr/>
          </a:p>
        </p:txBody>
      </p:sp>
      <p:sp>
        <p:nvSpPr>
          <p:cNvPr id="5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TITLE_ONLY">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p>
            <a:r>
              <a:t>Title Text</a:t>
            </a:r>
          </a:p>
        </p:txBody>
      </p:sp>
      <p:sp>
        <p:nvSpPr>
          <p:cNvPr id="6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BLANK">
    <p:spTree>
      <p:nvGrpSpPr>
        <p:cNvPr id="1" name=""/>
        <p:cNvGrpSpPr/>
        <p:nvPr/>
      </p:nvGrpSpPr>
      <p:grpSpPr>
        <a:xfrm>
          <a:off x="0" y="0"/>
          <a:ext cx="0" cy="0"/>
          <a:chOff x="0" y="0"/>
          <a:chExt cx="0" cy="0"/>
        </a:xfrm>
      </p:grpSpPr>
      <p:sp>
        <p:nvSpPr>
          <p:cNvPr id="6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tx">
  <p:cSld name="OBJECT_WITH_CAPTION_TEXT">
    <p:spTree>
      <p:nvGrpSpPr>
        <p:cNvPr id="1" name=""/>
        <p:cNvGrpSpPr/>
        <p:nvPr/>
      </p:nvGrpSpPr>
      <p:grpSpPr>
        <a:xfrm>
          <a:off x="0" y="0"/>
          <a:ext cx="0" cy="0"/>
          <a:chOff x="0" y="0"/>
          <a:chExt cx="0" cy="0"/>
        </a:xfrm>
      </p:grpSpPr>
      <p:sp>
        <p:nvSpPr>
          <p:cNvPr id="75" name="Title Text"/>
          <p:cNvSpPr txBox="1">
            <a:spLocks noGrp="1"/>
          </p:cNvSpPr>
          <p:nvPr>
            <p:ph type="title"/>
          </p:nvPr>
        </p:nvSpPr>
        <p:spPr>
          <a:xfrm>
            <a:off x="457200" y="273050"/>
            <a:ext cx="3008314" cy="1162050"/>
          </a:xfrm>
          <a:prstGeom prst="rect">
            <a:avLst/>
          </a:prstGeom>
        </p:spPr>
        <p:txBody>
          <a:bodyPr anchor="b"/>
          <a:lstStyle>
            <a:lvl1pPr algn="l">
              <a:defRPr sz="2000" b="1"/>
            </a:lvl1pPr>
          </a:lstStyle>
          <a:p>
            <a:r>
              <a:t>Title Text</a:t>
            </a:r>
          </a:p>
        </p:txBody>
      </p:sp>
      <p:sp>
        <p:nvSpPr>
          <p:cNvPr id="76" name="Body Level One…"/>
          <p:cNvSpPr txBox="1">
            <a:spLocks noGrp="1"/>
          </p:cNvSpPr>
          <p:nvPr>
            <p:ph type="body" idx="1"/>
          </p:nvPr>
        </p:nvSpPr>
        <p:spPr>
          <a:xfrm>
            <a:off x="3575050" y="273050"/>
            <a:ext cx="5111750" cy="5853113"/>
          </a:xfrm>
          <a:prstGeom prst="rect">
            <a:avLst/>
          </a:prstGeom>
        </p:spPr>
        <p:txBody>
          <a:bodyPr/>
          <a:lstStyle>
            <a:lvl1pPr indent="-431800">
              <a:spcBef>
                <a:spcPts val="600"/>
              </a:spcBef>
            </a:lvl1pPr>
            <a:lvl2pPr marL="972457" indent="-464457">
              <a:spcBef>
                <a:spcPts val="600"/>
              </a:spcBef>
            </a:lvl2pPr>
            <a:lvl3pPr marL="1498600" indent="-508000">
              <a:spcBef>
                <a:spcPts val="600"/>
              </a:spcBef>
            </a:lvl3pPr>
            <a:lvl4pPr marL="2042160" indent="-568960">
              <a:spcBef>
                <a:spcPts val="600"/>
              </a:spcBef>
            </a:lvl4pPr>
            <a:lvl5pPr marL="2499360" indent="-568960">
              <a:spcBef>
                <a:spcPts val="600"/>
              </a:spcBef>
            </a:lvl5pPr>
          </a:lstStyle>
          <a:p>
            <a:r>
              <a:t>Body Level One</a:t>
            </a:r>
          </a:p>
          <a:p>
            <a:pPr lvl="1"/>
            <a:r>
              <a:t>Body Level Two</a:t>
            </a:r>
          </a:p>
          <a:p>
            <a:pPr lvl="2"/>
            <a:r>
              <a:t>Body Level Three</a:t>
            </a:r>
          </a:p>
          <a:p>
            <a:pPr lvl="3"/>
            <a:r>
              <a:t>Body Level Four</a:t>
            </a:r>
          </a:p>
          <a:p>
            <a:pPr lvl="4"/>
            <a:r>
              <a:t>Body Level Five</a:t>
            </a:r>
          </a:p>
        </p:txBody>
      </p:sp>
      <p:sp>
        <p:nvSpPr>
          <p:cNvPr id="77" name="Google Shape;57;p21"/>
          <p:cNvSpPr txBox="1">
            <a:spLocks noGrp="1"/>
          </p:cNvSpPr>
          <p:nvPr>
            <p:ph type="body" sz="half" idx="21"/>
          </p:nvPr>
        </p:nvSpPr>
        <p:spPr>
          <a:xfrm>
            <a:off x="457199" y="1435100"/>
            <a:ext cx="3008315" cy="4691063"/>
          </a:xfrm>
          <a:prstGeom prst="rect">
            <a:avLst/>
          </a:prstGeom>
        </p:spPr>
        <p:txBody>
          <a:bodyPr/>
          <a:lstStyle/>
          <a:p>
            <a:pPr marL="228600" indent="0">
              <a:spcBef>
                <a:spcPts val="200"/>
              </a:spcBef>
              <a:buClrTx/>
              <a:buSzTx/>
              <a:buFontTx/>
              <a:buNone/>
              <a:defRPr sz="1400"/>
            </a:pPr>
            <a:endParaRPr/>
          </a:p>
        </p:txBody>
      </p:sp>
      <p:sp>
        <p:nvSpPr>
          <p:cNvPr id="7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tx">
  <p:cSld name="PICTURE_WITH_CAPTION_TEXT">
    <p:spTree>
      <p:nvGrpSpPr>
        <p:cNvPr id="1" name=""/>
        <p:cNvGrpSpPr/>
        <p:nvPr/>
      </p:nvGrpSpPr>
      <p:grpSpPr>
        <a:xfrm>
          <a:off x="0" y="0"/>
          <a:ext cx="0" cy="0"/>
          <a:chOff x="0" y="0"/>
          <a:chExt cx="0" cy="0"/>
        </a:xfrm>
      </p:grpSpPr>
      <p:sp>
        <p:nvSpPr>
          <p:cNvPr id="85" name="Title Text"/>
          <p:cNvSpPr txBox="1">
            <a:spLocks noGrp="1"/>
          </p:cNvSpPr>
          <p:nvPr>
            <p:ph type="title"/>
          </p:nvPr>
        </p:nvSpPr>
        <p:spPr>
          <a:xfrm>
            <a:off x="1792288" y="4800600"/>
            <a:ext cx="5486401" cy="566738"/>
          </a:xfrm>
          <a:prstGeom prst="rect">
            <a:avLst/>
          </a:prstGeom>
        </p:spPr>
        <p:txBody>
          <a:bodyPr anchor="b"/>
          <a:lstStyle>
            <a:lvl1pPr algn="l">
              <a:defRPr sz="2000" b="1"/>
            </a:lvl1pPr>
          </a:lstStyle>
          <a:p>
            <a:r>
              <a:t>Title Text</a:t>
            </a:r>
          </a:p>
        </p:txBody>
      </p:sp>
      <p:sp>
        <p:nvSpPr>
          <p:cNvPr id="86" name="Google Shape;63;p22"/>
          <p:cNvSpPr>
            <a:spLocks noGrp="1"/>
          </p:cNvSpPr>
          <p:nvPr>
            <p:ph type="pic" sz="half" idx="21"/>
          </p:nvPr>
        </p:nvSpPr>
        <p:spPr>
          <a:xfrm>
            <a:off x="1792288" y="612775"/>
            <a:ext cx="5486401" cy="4114800"/>
          </a:xfrm>
          <a:prstGeom prst="rect">
            <a:avLst/>
          </a:prstGeom>
        </p:spPr>
        <p:txBody>
          <a:bodyPr lIns="91439" tIns="45719" rIns="91439" bIns="45719">
            <a:noAutofit/>
          </a:bodyPr>
          <a:lstStyle/>
          <a:p>
            <a:endParaRPr/>
          </a:p>
        </p:txBody>
      </p:sp>
      <p:sp>
        <p:nvSpPr>
          <p:cNvPr id="87" name="Body Level One…"/>
          <p:cNvSpPr txBox="1">
            <a:spLocks noGrp="1"/>
          </p:cNvSpPr>
          <p:nvPr>
            <p:ph type="body" sz="quarter" idx="1"/>
          </p:nvPr>
        </p:nvSpPr>
        <p:spPr>
          <a:xfrm>
            <a:off x="1792288" y="5367337"/>
            <a:ext cx="5486401" cy="804863"/>
          </a:xfrm>
          <a:prstGeom prst="rect">
            <a:avLst/>
          </a:prstGeom>
        </p:spPr>
        <p:txBody>
          <a:bodyPr/>
          <a:lstStyle>
            <a:lvl1pPr marL="228600" indent="0">
              <a:spcBef>
                <a:spcPts val="200"/>
              </a:spcBef>
              <a:buClrTx/>
              <a:buSzTx/>
              <a:buFontTx/>
              <a:buNone/>
              <a:defRPr sz="1400"/>
            </a:lvl1pPr>
            <a:lvl2pPr marL="228600" indent="457200">
              <a:spcBef>
                <a:spcPts val="200"/>
              </a:spcBef>
              <a:buClrTx/>
              <a:buSzTx/>
              <a:buFontTx/>
              <a:buNone/>
              <a:defRPr sz="1400"/>
            </a:lvl2pPr>
            <a:lvl3pPr marL="228600" indent="914400">
              <a:spcBef>
                <a:spcPts val="200"/>
              </a:spcBef>
              <a:buClrTx/>
              <a:buSzTx/>
              <a:buFontTx/>
              <a:buNone/>
              <a:defRPr sz="1400"/>
            </a:lvl3pPr>
            <a:lvl4pPr marL="228600" indent="1371600">
              <a:spcBef>
                <a:spcPts val="200"/>
              </a:spcBef>
              <a:buClrTx/>
              <a:buSzTx/>
              <a:buFontTx/>
              <a:buNone/>
              <a:defRPr sz="1400"/>
            </a:lvl4pPr>
            <a:lvl5pPr marL="228600" indent="1828800">
              <a:spcBef>
                <a:spcPts val="200"/>
              </a:spcBef>
              <a:buClrTx/>
              <a:buSzTx/>
              <a:buFontTx/>
              <a:buNone/>
              <a:defRPr sz="1400"/>
            </a:lvl5pPr>
          </a:lstStyle>
          <a:p>
            <a:r>
              <a:t>Body Level One</a:t>
            </a:r>
          </a:p>
          <a:p>
            <a:pPr lvl="1"/>
            <a:r>
              <a:t>Body Level Two</a:t>
            </a:r>
          </a:p>
          <a:p>
            <a:pPr lvl="2"/>
            <a:r>
              <a:t>Body Level Three</a:t>
            </a:r>
          </a:p>
          <a:p>
            <a:pPr lvl="3"/>
            <a:r>
              <a:t>Body Level Four</a:t>
            </a:r>
          </a:p>
          <a:p>
            <a:pPr lvl="4"/>
            <a:r>
              <a:t>Body Level Five</a:t>
            </a:r>
          </a:p>
        </p:txBody>
      </p:sp>
      <p:sp>
        <p:nvSpPr>
          <p:cNvPr id="8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tx">
  <p:cSld name="VERTICAL_TEXT">
    <p:spTree>
      <p:nvGrpSpPr>
        <p:cNvPr id="1" name=""/>
        <p:cNvGrpSpPr/>
        <p:nvPr/>
      </p:nvGrpSpPr>
      <p:grpSpPr>
        <a:xfrm>
          <a:off x="0" y="0"/>
          <a:ext cx="0" cy="0"/>
          <a:chOff x="0" y="0"/>
          <a:chExt cx="0" cy="0"/>
        </a:xfrm>
      </p:grpSpPr>
      <p:sp>
        <p:nvSpPr>
          <p:cNvPr id="95" name="Title Text"/>
          <p:cNvSpPr txBox="1">
            <a:spLocks noGrp="1"/>
          </p:cNvSpPr>
          <p:nvPr>
            <p:ph type="title"/>
          </p:nvPr>
        </p:nvSpPr>
        <p:spPr>
          <a:prstGeom prst="rect">
            <a:avLst/>
          </a:prstGeom>
        </p:spPr>
        <p:txBody>
          <a:bodyPr/>
          <a:lstStyle/>
          <a:p>
            <a:r>
              <a:t>Title Text</a:t>
            </a:r>
          </a:p>
        </p:txBody>
      </p:sp>
      <p:sp>
        <p:nvSpPr>
          <p:cNvPr id="96" name="Body Level One…"/>
          <p:cNvSpPr txBox="1">
            <a:spLocks noGrp="1"/>
          </p:cNvSpPr>
          <p:nvPr>
            <p:ph type="body" idx="1"/>
          </p:nvPr>
        </p:nvSpPr>
        <p:spPr>
          <a:xfrm rot="5400000">
            <a:off x="2309018" y="-251618"/>
            <a:ext cx="4525964" cy="8229601"/>
          </a:xfrm>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97"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tx">
  <p:cSld name="VERTICAL_TITLE_AND_VERTICAL_TEXT">
    <p:spTree>
      <p:nvGrpSpPr>
        <p:cNvPr id="1" name=""/>
        <p:cNvGrpSpPr/>
        <p:nvPr/>
      </p:nvGrpSpPr>
      <p:grpSpPr>
        <a:xfrm>
          <a:off x="0" y="0"/>
          <a:ext cx="0" cy="0"/>
          <a:chOff x="0" y="0"/>
          <a:chExt cx="0" cy="0"/>
        </a:xfrm>
      </p:grpSpPr>
      <p:sp>
        <p:nvSpPr>
          <p:cNvPr id="104" name="Title Text"/>
          <p:cNvSpPr txBox="1">
            <a:spLocks noGrp="1"/>
          </p:cNvSpPr>
          <p:nvPr>
            <p:ph type="title"/>
          </p:nvPr>
        </p:nvSpPr>
        <p:spPr>
          <a:xfrm rot="5400000">
            <a:off x="4732337" y="2171700"/>
            <a:ext cx="5851526" cy="2057401"/>
          </a:xfrm>
          <a:prstGeom prst="rect">
            <a:avLst/>
          </a:prstGeom>
        </p:spPr>
        <p:txBody>
          <a:bodyPr/>
          <a:lstStyle/>
          <a:p>
            <a:r>
              <a:t>Title Text</a:t>
            </a:r>
          </a:p>
        </p:txBody>
      </p:sp>
      <p:sp>
        <p:nvSpPr>
          <p:cNvPr id="105" name="Body Level One…"/>
          <p:cNvSpPr txBox="1">
            <a:spLocks noGrp="1"/>
          </p:cNvSpPr>
          <p:nvPr>
            <p:ph type="body" idx="1"/>
          </p:nvPr>
        </p:nvSpPr>
        <p:spPr>
          <a:xfrm rot="5400000">
            <a:off x="541337" y="190500"/>
            <a:ext cx="5851526" cy="6019800"/>
          </a:xfrm>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10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Content" type="obj">
  <p:cSld name="Title and Content">
    <p:spTree>
      <p:nvGrpSpPr>
        <p:cNvPr id="1" name="Shape 11"/>
        <p:cNvGrpSpPr/>
        <p:nvPr/>
      </p:nvGrpSpPr>
      <p:grpSpPr>
        <a:xfrm>
          <a:off x="0" y="0"/>
          <a:ext cx="0" cy="0"/>
          <a:chOff x="0" y="0"/>
          <a:chExt cx="0" cy="0"/>
        </a:xfrm>
      </p:grpSpPr>
      <p:sp>
        <p:nvSpPr>
          <p:cNvPr id="12" name="Google Shape;12;p14"/>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 name="Google Shape;13;p14"/>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14" name="Google Shape;14;p1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 name="Google Shape;15;p1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 name="Google Shape;16;p1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6490564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Text"/>
          <p:cNvSpPr txBox="1">
            <a:spLocks noGrp="1"/>
          </p:cNvSpPr>
          <p:nvPr>
            <p:ph type="title"/>
          </p:nvPr>
        </p:nvSpPr>
        <p:spPr>
          <a:xfrm>
            <a:off x="457200" y="274638"/>
            <a:ext cx="8229600" cy="1143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699" tIns="45699" rIns="45699" bIns="45699" anchor="ctr">
            <a:normAutofit/>
          </a:bodyPr>
          <a:lstStyle/>
          <a:p>
            <a:r>
              <a:t>Title Text</a:t>
            </a:r>
          </a:p>
        </p:txBody>
      </p:sp>
      <p:sp>
        <p:nvSpPr>
          <p:cNvPr id="3" name="Body Level One…"/>
          <p:cNvSpPr txBox="1">
            <a:spLocks noGrp="1"/>
          </p:cNvSpPr>
          <p:nvPr>
            <p:ph type="body" idx="1"/>
          </p:nvPr>
        </p:nvSpPr>
        <p:spPr>
          <a:xfrm>
            <a:off x="457200" y="1600200"/>
            <a:ext cx="8229600" cy="452596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699" tIns="45699" rIns="45699" bIns="45699">
            <a:normAutofit/>
          </a:bodyPr>
          <a:lstStyle/>
          <a:p>
            <a:r>
              <a:t>Body Level One</a:t>
            </a:r>
          </a:p>
          <a:p>
            <a:pPr lvl="1"/>
            <a:r>
              <a:t>Body Level Two</a:t>
            </a:r>
          </a:p>
          <a:p>
            <a:pPr lvl="2"/>
            <a:r>
              <a:t>Body Level Three</a:t>
            </a:r>
          </a:p>
          <a:p>
            <a:pPr lvl="3"/>
            <a:r>
              <a:t>Body Level Four</a:t>
            </a:r>
          </a:p>
          <a:p>
            <a:pPr lvl="4"/>
            <a:r>
              <a:t>Body Level Five</a:t>
            </a:r>
          </a:p>
        </p:txBody>
      </p:sp>
      <p:sp>
        <p:nvSpPr>
          <p:cNvPr id="4" name="Slide Number"/>
          <p:cNvSpPr txBox="1">
            <a:spLocks noGrp="1"/>
          </p:cNvSpPr>
          <p:nvPr>
            <p:ph type="sldNum" sz="quarter" idx="2"/>
          </p:nvPr>
        </p:nvSpPr>
        <p:spPr>
          <a:xfrm>
            <a:off x="8428216" y="6414780"/>
            <a:ext cx="258585" cy="248265"/>
          </a:xfrm>
          <a:prstGeom prst="rect">
            <a:avLst/>
          </a:prstGeom>
          <a:ln w="12700">
            <a:miter lim="400000"/>
          </a:ln>
        </p:spPr>
        <p:txBody>
          <a:bodyPr wrap="none" lIns="45699" tIns="45699" rIns="45699" bIns="45699" anchor="ctr">
            <a:spAutoFit/>
          </a:bodyPr>
          <a:lstStyle>
            <a:lvl1pPr algn="r">
              <a:defRPr sz="1200">
                <a:solidFill>
                  <a:srgbClr val="888888"/>
                </a:solidFill>
                <a:latin typeface="Calibri"/>
                <a:ea typeface="Calibri"/>
                <a:cs typeface="Calibri"/>
                <a:sym typeface="Calibri"/>
              </a:defRPr>
            </a:lvl1pPr>
          </a:lstStyle>
          <a:p>
            <a:fld id="{86CB4B4D-7CA3-9044-876B-883B54F8677D}"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 id="2147483660" r:id="rId11"/>
  </p:sldLayoutIdLst>
  <p:transition spd="med"/>
  <p:txStyles>
    <p:titleStyle>
      <a:lvl1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Calibri"/>
          <a:ea typeface="Calibri"/>
          <a:cs typeface="Calibri"/>
          <a:sym typeface="Calibri"/>
        </a:defRPr>
      </a:lvl1pPr>
      <a:lvl2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Calibri"/>
          <a:ea typeface="Calibri"/>
          <a:cs typeface="Calibri"/>
          <a:sym typeface="Calibri"/>
        </a:defRPr>
      </a:lvl2pPr>
      <a:lvl3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Calibri"/>
          <a:ea typeface="Calibri"/>
          <a:cs typeface="Calibri"/>
          <a:sym typeface="Calibri"/>
        </a:defRPr>
      </a:lvl3pPr>
      <a:lvl4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Calibri"/>
          <a:ea typeface="Calibri"/>
          <a:cs typeface="Calibri"/>
          <a:sym typeface="Calibri"/>
        </a:defRPr>
      </a:lvl4pPr>
      <a:lvl5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Calibri"/>
          <a:ea typeface="Calibri"/>
          <a:cs typeface="Calibri"/>
          <a:sym typeface="Calibri"/>
        </a:defRPr>
      </a:lvl5pPr>
      <a:lvl6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Calibri"/>
          <a:ea typeface="Calibri"/>
          <a:cs typeface="Calibri"/>
          <a:sym typeface="Calibri"/>
        </a:defRPr>
      </a:lvl6pPr>
      <a:lvl7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Calibri"/>
          <a:ea typeface="Calibri"/>
          <a:cs typeface="Calibri"/>
          <a:sym typeface="Calibri"/>
        </a:defRPr>
      </a:lvl7pPr>
      <a:lvl8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Calibri"/>
          <a:ea typeface="Calibri"/>
          <a:cs typeface="Calibri"/>
          <a:sym typeface="Calibri"/>
        </a:defRPr>
      </a:lvl8pPr>
      <a:lvl9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Calibri"/>
          <a:ea typeface="Calibri"/>
          <a:cs typeface="Calibri"/>
          <a:sym typeface="Calibri"/>
        </a:defRPr>
      </a:lvl9pPr>
    </p:titleStyle>
    <p:bodyStyle>
      <a:lvl1pPr marL="457200" marR="0" indent="-342900" algn="l" defTabSz="914400" rtl="0" latinLnBrk="0">
        <a:lnSpc>
          <a:spcPct val="100000"/>
        </a:lnSpc>
        <a:spcBef>
          <a:spcPts val="300"/>
        </a:spcBef>
        <a:spcAft>
          <a:spcPts val="0"/>
        </a:spcAft>
        <a:buClr>
          <a:srgbClr val="000000"/>
        </a:buClr>
        <a:buSzPts val="3200"/>
        <a:buFont typeface="Arial"/>
        <a:buChar char="•"/>
        <a:tabLst/>
        <a:defRPr sz="3200" b="0" i="0" u="none" strike="noStrike" cap="none" spc="0" baseline="0">
          <a:solidFill>
            <a:srgbClr val="000000"/>
          </a:solidFill>
          <a:uFillTx/>
          <a:latin typeface="Calibri"/>
          <a:ea typeface="Calibri"/>
          <a:cs typeface="Calibri"/>
          <a:sym typeface="Calibri"/>
        </a:defRPr>
      </a:lvl1pPr>
      <a:lvl2pPr marL="963385" marR="0" indent="-391885" algn="l" defTabSz="914400" rtl="0" latinLnBrk="0">
        <a:lnSpc>
          <a:spcPct val="100000"/>
        </a:lnSpc>
        <a:spcBef>
          <a:spcPts val="300"/>
        </a:spcBef>
        <a:spcAft>
          <a:spcPts val="0"/>
        </a:spcAft>
        <a:buClr>
          <a:srgbClr val="000000"/>
        </a:buClr>
        <a:buSzPts val="3200"/>
        <a:buFont typeface="Arial"/>
        <a:buChar char="–"/>
        <a:tabLst/>
        <a:defRPr sz="3200" b="0" i="0" u="none" strike="noStrike" cap="none" spc="0" baseline="0">
          <a:solidFill>
            <a:srgbClr val="000000"/>
          </a:solidFill>
          <a:uFillTx/>
          <a:latin typeface="Calibri"/>
          <a:ea typeface="Calibri"/>
          <a:cs typeface="Calibri"/>
          <a:sym typeface="Calibri"/>
        </a:defRPr>
      </a:lvl2pPr>
      <a:lvl3pPr marL="1485900" marR="0" indent="-457200" algn="l" defTabSz="914400" rtl="0" latinLnBrk="0">
        <a:lnSpc>
          <a:spcPct val="100000"/>
        </a:lnSpc>
        <a:spcBef>
          <a:spcPts val="300"/>
        </a:spcBef>
        <a:spcAft>
          <a:spcPts val="0"/>
        </a:spcAft>
        <a:buClr>
          <a:srgbClr val="000000"/>
        </a:buClr>
        <a:buSzPts val="3200"/>
        <a:buFont typeface="Arial"/>
        <a:buChar char="•"/>
        <a:tabLst/>
        <a:defRPr sz="3200" b="0" i="0" u="none" strike="noStrike" cap="none" spc="0" baseline="0">
          <a:solidFill>
            <a:srgbClr val="000000"/>
          </a:solidFill>
          <a:uFillTx/>
          <a:latin typeface="Calibri"/>
          <a:ea typeface="Calibri"/>
          <a:cs typeface="Calibri"/>
          <a:sym typeface="Calibri"/>
        </a:defRPr>
      </a:lvl3pPr>
      <a:lvl4pPr marL="2034539" marR="0" indent="-548639" algn="l" defTabSz="914400" rtl="0" latinLnBrk="0">
        <a:lnSpc>
          <a:spcPct val="100000"/>
        </a:lnSpc>
        <a:spcBef>
          <a:spcPts val="300"/>
        </a:spcBef>
        <a:spcAft>
          <a:spcPts val="0"/>
        </a:spcAft>
        <a:buClr>
          <a:srgbClr val="000000"/>
        </a:buClr>
        <a:buSzPts val="3200"/>
        <a:buFont typeface="Arial"/>
        <a:buChar char="–"/>
        <a:tabLst/>
        <a:defRPr sz="3200" b="0" i="0" u="none" strike="noStrike" cap="none" spc="0" baseline="0">
          <a:solidFill>
            <a:srgbClr val="000000"/>
          </a:solidFill>
          <a:uFillTx/>
          <a:latin typeface="Calibri"/>
          <a:ea typeface="Calibri"/>
          <a:cs typeface="Calibri"/>
          <a:sym typeface="Calibri"/>
        </a:defRPr>
      </a:lvl4pPr>
      <a:lvl5pPr marL="2491739" marR="0" indent="-548639" algn="l" defTabSz="914400" rtl="0" latinLnBrk="0">
        <a:lnSpc>
          <a:spcPct val="100000"/>
        </a:lnSpc>
        <a:spcBef>
          <a:spcPts val="300"/>
        </a:spcBef>
        <a:spcAft>
          <a:spcPts val="0"/>
        </a:spcAft>
        <a:buClr>
          <a:srgbClr val="000000"/>
        </a:buClr>
        <a:buSzPts val="3200"/>
        <a:buFont typeface="Arial"/>
        <a:buChar char="»"/>
        <a:tabLst/>
        <a:defRPr sz="3200" b="0" i="0" u="none" strike="noStrike" cap="none" spc="0" baseline="0">
          <a:solidFill>
            <a:srgbClr val="000000"/>
          </a:solidFill>
          <a:uFillTx/>
          <a:latin typeface="Calibri"/>
          <a:ea typeface="Calibri"/>
          <a:cs typeface="Calibri"/>
          <a:sym typeface="Calibri"/>
        </a:defRPr>
      </a:lvl5pPr>
      <a:lvl6pPr marL="2948939" marR="0" indent="-548639" algn="l" defTabSz="914400" rtl="0" latinLnBrk="0">
        <a:lnSpc>
          <a:spcPct val="100000"/>
        </a:lnSpc>
        <a:spcBef>
          <a:spcPts val="300"/>
        </a:spcBef>
        <a:spcAft>
          <a:spcPts val="0"/>
        </a:spcAft>
        <a:buClr>
          <a:srgbClr val="000000"/>
        </a:buClr>
        <a:buSzPts val="3200"/>
        <a:buFont typeface="Arial"/>
        <a:buChar char="•"/>
        <a:tabLst/>
        <a:defRPr sz="3200" b="0" i="0" u="none" strike="noStrike" cap="none" spc="0" baseline="0">
          <a:solidFill>
            <a:srgbClr val="000000"/>
          </a:solidFill>
          <a:uFillTx/>
          <a:latin typeface="Calibri"/>
          <a:ea typeface="Calibri"/>
          <a:cs typeface="Calibri"/>
          <a:sym typeface="Calibri"/>
        </a:defRPr>
      </a:lvl6pPr>
      <a:lvl7pPr marL="3406140" marR="0" indent="-548640" algn="l" defTabSz="914400" rtl="0" latinLnBrk="0">
        <a:lnSpc>
          <a:spcPct val="100000"/>
        </a:lnSpc>
        <a:spcBef>
          <a:spcPts val="300"/>
        </a:spcBef>
        <a:spcAft>
          <a:spcPts val="0"/>
        </a:spcAft>
        <a:buClr>
          <a:srgbClr val="000000"/>
        </a:buClr>
        <a:buSzPts val="3200"/>
        <a:buFont typeface="Arial"/>
        <a:buChar char="•"/>
        <a:tabLst/>
        <a:defRPr sz="3200" b="0" i="0" u="none" strike="noStrike" cap="none" spc="0" baseline="0">
          <a:solidFill>
            <a:srgbClr val="000000"/>
          </a:solidFill>
          <a:uFillTx/>
          <a:latin typeface="Calibri"/>
          <a:ea typeface="Calibri"/>
          <a:cs typeface="Calibri"/>
          <a:sym typeface="Calibri"/>
        </a:defRPr>
      </a:lvl7pPr>
      <a:lvl8pPr marL="3863340" marR="0" indent="-548640" algn="l" defTabSz="914400" rtl="0" latinLnBrk="0">
        <a:lnSpc>
          <a:spcPct val="100000"/>
        </a:lnSpc>
        <a:spcBef>
          <a:spcPts val="300"/>
        </a:spcBef>
        <a:spcAft>
          <a:spcPts val="0"/>
        </a:spcAft>
        <a:buClr>
          <a:srgbClr val="000000"/>
        </a:buClr>
        <a:buSzPts val="3200"/>
        <a:buFont typeface="Arial"/>
        <a:buChar char="•"/>
        <a:tabLst/>
        <a:defRPr sz="3200" b="0" i="0" u="none" strike="noStrike" cap="none" spc="0" baseline="0">
          <a:solidFill>
            <a:srgbClr val="000000"/>
          </a:solidFill>
          <a:uFillTx/>
          <a:latin typeface="Calibri"/>
          <a:ea typeface="Calibri"/>
          <a:cs typeface="Calibri"/>
          <a:sym typeface="Calibri"/>
        </a:defRPr>
      </a:lvl8pPr>
      <a:lvl9pPr marL="4320540" marR="0" indent="-548640" algn="l" defTabSz="914400" rtl="0" latinLnBrk="0">
        <a:lnSpc>
          <a:spcPct val="100000"/>
        </a:lnSpc>
        <a:spcBef>
          <a:spcPts val="300"/>
        </a:spcBef>
        <a:spcAft>
          <a:spcPts val="0"/>
        </a:spcAft>
        <a:buClr>
          <a:srgbClr val="000000"/>
        </a:buClr>
        <a:buSzPts val="3200"/>
        <a:buFont typeface="Arial"/>
        <a:buChar char="•"/>
        <a:tabLst/>
        <a:defRPr sz="3200" b="0" i="0" u="none" strike="noStrike" cap="none" spc="0" baseline="0">
          <a:solidFill>
            <a:srgbClr val="000000"/>
          </a:solidFill>
          <a:uFillTx/>
          <a:latin typeface="Calibri"/>
          <a:ea typeface="Calibri"/>
          <a:cs typeface="Calibri"/>
          <a:sym typeface="Calibri"/>
        </a:defRPr>
      </a:lvl9pPr>
    </p:bodyStyle>
    <p:otherStyle>
      <a:lvl1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1pPr>
      <a:lvl2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2pPr>
      <a:lvl3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3pPr>
      <a:lvl4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4pPr>
      <a:lvl5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5pPr>
      <a:lvl6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6pPr>
      <a:lvl7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7pPr>
      <a:lvl8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8pPr>
      <a:lvl9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knikzad/process-mining-conformance-diagnostics-replication/tree/main" TargetMode="External"/><Relationship Id="rId2" Type="http://schemas.openxmlformats.org/officeDocument/2006/relationships/notesSlide" Target="../notesSlides/notesSlide2.xml"/><Relationship Id="rId1" Type="http://schemas.openxmlformats.org/officeDocument/2006/relationships/slideLayout" Target="../slideLayouts/slideLayout11.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 name="Google Shape;84;p1"/>
          <p:cNvSpPr txBox="1">
            <a:spLocks noGrp="1"/>
          </p:cNvSpPr>
          <p:nvPr>
            <p:ph type="body" idx="1"/>
          </p:nvPr>
        </p:nvSpPr>
        <p:spPr>
          <a:xfrm>
            <a:off x="457200" y="1600200"/>
            <a:ext cx="8229600" cy="4525963"/>
          </a:xfrm>
          <a:prstGeom prst="rect">
            <a:avLst/>
          </a:prstGeom>
        </p:spPr>
        <p:txBody>
          <a:bodyPr/>
          <a:lstStyle/>
          <a:p>
            <a:pPr marL="0" indent="0" defTabSz="886968">
              <a:lnSpc>
                <a:spcPct val="90000"/>
              </a:lnSpc>
              <a:spcBef>
                <a:spcPts val="0"/>
              </a:spcBef>
              <a:buSzTx/>
              <a:buNone/>
              <a:defRPr sz="3104">
                <a:solidFill>
                  <a:srgbClr val="0B5394"/>
                </a:solidFill>
              </a:defRPr>
            </a:pPr>
            <a:r>
              <a:rPr dirty="0"/>
              <a:t>VU Business Intelligence II</a:t>
            </a:r>
          </a:p>
          <a:p>
            <a:pPr marL="0" indent="0" defTabSz="886968">
              <a:lnSpc>
                <a:spcPct val="90000"/>
              </a:lnSpc>
              <a:spcBef>
                <a:spcPts val="0"/>
              </a:spcBef>
              <a:buSzTx/>
              <a:buNone/>
              <a:defRPr sz="3104"/>
            </a:pPr>
            <a:endParaRPr dirty="0">
              <a:solidFill>
                <a:srgbClr val="0B5394"/>
              </a:solidFill>
            </a:endParaRPr>
          </a:p>
          <a:p>
            <a:pPr marL="0" indent="0" defTabSz="886968">
              <a:lnSpc>
                <a:spcPct val="90000"/>
              </a:lnSpc>
              <a:spcBef>
                <a:spcPts val="0"/>
              </a:spcBef>
              <a:buSzTx/>
              <a:buNone/>
              <a:defRPr sz="3104" b="1">
                <a:solidFill>
                  <a:srgbClr val="0B5394"/>
                </a:solidFill>
              </a:defRPr>
            </a:pPr>
            <a:r>
              <a:rPr dirty="0"/>
              <a:t>Replication Study: Mining Behavioral Patterns for Conformance Diagnostics</a:t>
            </a:r>
          </a:p>
          <a:p>
            <a:pPr marL="0" indent="0" defTabSz="886968">
              <a:lnSpc>
                <a:spcPct val="90000"/>
              </a:lnSpc>
              <a:spcBef>
                <a:spcPts val="500"/>
              </a:spcBef>
              <a:buSzTx/>
              <a:buNone/>
              <a:defRPr sz="3104">
                <a:solidFill>
                  <a:srgbClr val="0B5394"/>
                </a:solidFill>
              </a:defRPr>
            </a:pPr>
            <a:r>
              <a:rPr dirty="0"/>
              <a:t>Group Member:</a:t>
            </a:r>
          </a:p>
          <a:p>
            <a:pPr marL="443484" indent="-283337" defTabSz="886968">
              <a:lnSpc>
                <a:spcPct val="90000"/>
              </a:lnSpc>
              <a:spcBef>
                <a:spcPts val="500"/>
              </a:spcBef>
              <a:buClr>
                <a:srgbClr val="0B5394"/>
              </a:buClr>
              <a:buSzPts val="2300"/>
              <a:buChar char="●"/>
              <a:defRPr sz="2328">
                <a:solidFill>
                  <a:srgbClr val="0B5394"/>
                </a:solidFill>
              </a:defRPr>
            </a:pPr>
            <a:r>
              <a:rPr dirty="0"/>
              <a:t>Khalifa Nikzad (12437813)</a:t>
            </a:r>
          </a:p>
          <a:p>
            <a:pPr marL="443484" indent="-283337" defTabSz="886968">
              <a:lnSpc>
                <a:spcPct val="90000"/>
              </a:lnSpc>
              <a:spcBef>
                <a:spcPts val="0"/>
              </a:spcBef>
              <a:buClr>
                <a:srgbClr val="0B5394"/>
              </a:buClr>
              <a:buSzPts val="2300"/>
              <a:buChar char="●"/>
              <a:defRPr sz="2328">
                <a:solidFill>
                  <a:srgbClr val="0B5394"/>
                </a:solidFill>
              </a:defRPr>
            </a:pPr>
            <a:r>
              <a:rPr dirty="0" err="1"/>
              <a:t>Fatemehsadat</a:t>
            </a:r>
            <a:r>
              <a:rPr dirty="0"/>
              <a:t> </a:t>
            </a:r>
            <a:r>
              <a:rPr dirty="0" err="1"/>
              <a:t>Sepehrihosseini</a:t>
            </a:r>
            <a:r>
              <a:rPr dirty="0"/>
              <a:t> (12350114)</a:t>
            </a:r>
          </a:p>
          <a:p>
            <a:pPr marL="443484" indent="-283337" defTabSz="886968">
              <a:lnSpc>
                <a:spcPct val="90000"/>
              </a:lnSpc>
              <a:spcBef>
                <a:spcPts val="0"/>
              </a:spcBef>
              <a:buClr>
                <a:srgbClr val="0B5394"/>
              </a:buClr>
              <a:buSzPts val="2300"/>
              <a:buChar char="●"/>
              <a:defRPr sz="2328">
                <a:solidFill>
                  <a:srgbClr val="0B5394"/>
                </a:solidFill>
              </a:defRPr>
            </a:pPr>
            <a:r>
              <a:rPr lang="de-DE" sz="2400" dirty="0">
                <a:solidFill>
                  <a:srgbClr val="0B5394"/>
                </a:solidFill>
              </a:rPr>
              <a:t>Azizullah Massomy</a:t>
            </a:r>
            <a:r>
              <a:rPr dirty="0"/>
              <a:t>(12244794)</a:t>
            </a:r>
          </a:p>
          <a:p>
            <a:pPr marL="443484" indent="-283337" defTabSz="886968">
              <a:lnSpc>
                <a:spcPct val="90000"/>
              </a:lnSpc>
              <a:spcBef>
                <a:spcPts val="0"/>
              </a:spcBef>
              <a:buClr>
                <a:srgbClr val="0B5394"/>
              </a:buClr>
              <a:buSzPts val="2300"/>
              <a:buChar char="●"/>
              <a:defRPr sz="2328">
                <a:solidFill>
                  <a:srgbClr val="0B5394"/>
                </a:solidFill>
              </a:defRPr>
            </a:pPr>
            <a:r>
              <a:rPr lang="en-US" sz="2400" dirty="0" err="1">
                <a:solidFill>
                  <a:srgbClr val="0B5394"/>
                </a:solidFill>
              </a:rPr>
              <a:t>Shogofa</a:t>
            </a:r>
            <a:r>
              <a:rPr lang="en-US" sz="2400" dirty="0">
                <a:solidFill>
                  <a:srgbClr val="0B5394"/>
                </a:solidFill>
              </a:rPr>
              <a:t> </a:t>
            </a:r>
            <a:r>
              <a:rPr lang="en-US" sz="2400" dirty="0" err="1">
                <a:solidFill>
                  <a:srgbClr val="0B5394"/>
                </a:solidFill>
              </a:rPr>
              <a:t>Nawrozy</a:t>
            </a:r>
            <a:r>
              <a:rPr lang="en-US" sz="2400" dirty="0">
                <a:solidFill>
                  <a:srgbClr val="0B5394"/>
                </a:solidFill>
              </a:rPr>
              <a:t> (12314943)</a:t>
            </a:r>
          </a:p>
          <a:p>
            <a:pPr marL="443484" indent="-283337" defTabSz="886968">
              <a:lnSpc>
                <a:spcPct val="90000"/>
              </a:lnSpc>
              <a:spcBef>
                <a:spcPts val="0"/>
              </a:spcBef>
              <a:buClr>
                <a:srgbClr val="0B5394"/>
              </a:buClr>
              <a:buSzPts val="2300"/>
              <a:buChar char="●"/>
              <a:defRPr sz="2328">
                <a:solidFill>
                  <a:srgbClr val="0B5394"/>
                </a:solidFill>
              </a:defRPr>
            </a:pPr>
            <a:r>
              <a:rPr dirty="0"/>
              <a:t>Irdi Kuka (12407107)</a:t>
            </a:r>
          </a:p>
          <a:p>
            <a:pPr marL="0" indent="443484" algn="r" defTabSz="886968">
              <a:lnSpc>
                <a:spcPct val="90000"/>
              </a:lnSpc>
              <a:spcBef>
                <a:spcPts val="500"/>
              </a:spcBef>
              <a:buSzTx/>
              <a:buNone/>
              <a:defRPr sz="2328">
                <a:solidFill>
                  <a:srgbClr val="0B5394"/>
                </a:solidFill>
              </a:defRPr>
            </a:pPr>
            <a:r>
              <a:rPr dirty="0"/>
              <a:t>Winter semester 2025 </a:t>
            </a:r>
          </a:p>
        </p:txBody>
      </p:sp>
      <p:pic>
        <p:nvPicPr>
          <p:cNvPr id="116" name="Google Shape;85;p1" descr="Google Shape;85;p1"/>
          <p:cNvPicPr>
            <a:picLocks noChangeAspect="1"/>
          </p:cNvPicPr>
          <p:nvPr/>
        </p:nvPicPr>
        <p:blipFill>
          <a:blip r:embed="rId2"/>
          <a:stretch>
            <a:fillRect/>
          </a:stretch>
        </p:blipFill>
        <p:spPr>
          <a:xfrm>
            <a:off x="0" y="-9488"/>
            <a:ext cx="2005377" cy="1336601"/>
          </a:xfrm>
          <a:prstGeom prst="rect">
            <a:avLst/>
          </a:prstGeom>
          <a:ln w="12700">
            <a:miter lim="400000"/>
          </a:ln>
        </p:spPr>
      </p:pic>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Google Shape;90;g3b5f24bda46_0_4"/>
          <p:cNvSpPr txBox="1">
            <a:spLocks noGrp="1"/>
          </p:cNvSpPr>
          <p:nvPr>
            <p:ph type="body" idx="1"/>
          </p:nvPr>
        </p:nvSpPr>
        <p:spPr>
          <a:xfrm>
            <a:off x="457200" y="2083481"/>
            <a:ext cx="8229600" cy="4526102"/>
          </a:xfrm>
          <a:prstGeom prst="rect">
            <a:avLst/>
          </a:prstGeom>
        </p:spPr>
        <p:txBody>
          <a:bodyPr/>
          <a:lstStyle/>
          <a:p>
            <a:pPr marL="332613" indent="-320294" defTabSz="886968">
              <a:lnSpc>
                <a:spcPct val="80000"/>
              </a:lnSpc>
              <a:spcBef>
                <a:spcPts val="0"/>
              </a:spcBef>
              <a:buSzPts val="2900"/>
              <a:defRPr sz="2910"/>
            </a:pPr>
            <a:r>
              <a:t>Process mining compares real executions (logs) with process models</a:t>
            </a:r>
            <a:br/>
            <a:endParaRPr/>
          </a:p>
          <a:p>
            <a:pPr marL="332613" indent="-320294" defTabSz="886968">
              <a:lnSpc>
                <a:spcPct val="80000"/>
              </a:lnSpc>
              <a:spcBef>
                <a:spcPts val="0"/>
              </a:spcBef>
              <a:buSzPts val="2900"/>
              <a:defRPr sz="2910"/>
            </a:pPr>
            <a:r>
              <a:t>Deviations are common in real-life processes</a:t>
            </a:r>
            <a:br/>
            <a:endParaRPr/>
          </a:p>
          <a:p>
            <a:pPr marL="332613" indent="-320294" defTabSz="886968">
              <a:lnSpc>
                <a:spcPct val="80000"/>
              </a:lnSpc>
              <a:spcBef>
                <a:spcPts val="0"/>
              </a:spcBef>
              <a:buSzPts val="2900"/>
              <a:defRPr sz="2910"/>
            </a:pPr>
            <a:r>
              <a:t>The challenge:</a:t>
            </a:r>
            <a:br/>
            <a:r>
              <a:rPr sz="2716"/>
              <a:t>How can we detect and explain deviations in a meaningful way?</a:t>
            </a:r>
            <a:endParaRPr i="1">
              <a:latin typeface="+mj-lt"/>
              <a:ea typeface="+mj-ea"/>
              <a:cs typeface="+mj-cs"/>
              <a:sym typeface="Arial"/>
            </a:endParaRPr>
          </a:p>
          <a:p>
            <a:pPr marL="0" indent="0" defTabSz="886968">
              <a:lnSpc>
                <a:spcPct val="80000"/>
              </a:lnSpc>
              <a:spcBef>
                <a:spcPts val="500"/>
              </a:spcBef>
              <a:buSzTx/>
              <a:buNone/>
              <a:defRPr sz="3104"/>
            </a:pPr>
            <a:endParaRPr sz="2328">
              <a:solidFill>
                <a:srgbClr val="0B5394"/>
              </a:solidFill>
            </a:endParaRPr>
          </a:p>
          <a:p>
            <a:pPr marL="0" indent="0" defTabSz="886968">
              <a:lnSpc>
                <a:spcPct val="80000"/>
              </a:lnSpc>
              <a:spcBef>
                <a:spcPts val="500"/>
              </a:spcBef>
              <a:buSzTx/>
              <a:buNone/>
              <a:defRPr sz="3104"/>
            </a:pPr>
            <a:endParaRPr sz="2328">
              <a:solidFill>
                <a:srgbClr val="0B5394"/>
              </a:solidFill>
            </a:endParaRPr>
          </a:p>
          <a:p>
            <a:pPr marL="0" indent="0" defTabSz="886968">
              <a:lnSpc>
                <a:spcPct val="80000"/>
              </a:lnSpc>
              <a:spcBef>
                <a:spcPts val="500"/>
              </a:spcBef>
              <a:buSzTx/>
              <a:buNone/>
              <a:defRPr sz="3104"/>
            </a:pPr>
            <a:endParaRPr sz="2328">
              <a:solidFill>
                <a:srgbClr val="0B5394"/>
              </a:solidFill>
            </a:endParaRPr>
          </a:p>
          <a:p>
            <a:pPr marL="0" indent="443484" algn="r" defTabSz="886968">
              <a:lnSpc>
                <a:spcPct val="80000"/>
              </a:lnSpc>
              <a:spcBef>
                <a:spcPts val="500"/>
              </a:spcBef>
              <a:buSzTx/>
              <a:buNone/>
              <a:defRPr sz="2328">
                <a:solidFill>
                  <a:srgbClr val="0B5394"/>
                </a:solidFill>
              </a:defRPr>
            </a:pPr>
            <a:r>
              <a:t>Winter semester 2025 </a:t>
            </a:r>
          </a:p>
        </p:txBody>
      </p:sp>
      <p:pic>
        <p:nvPicPr>
          <p:cNvPr id="119" name="Google Shape;91;g3b5f24bda46_0_4" descr="Google Shape;91;g3b5f24bda46_0_4"/>
          <p:cNvPicPr>
            <a:picLocks noChangeAspect="1"/>
          </p:cNvPicPr>
          <p:nvPr/>
        </p:nvPicPr>
        <p:blipFill>
          <a:blip r:embed="rId2"/>
          <a:stretch>
            <a:fillRect/>
          </a:stretch>
        </p:blipFill>
        <p:spPr>
          <a:xfrm>
            <a:off x="0" y="-9488"/>
            <a:ext cx="2005377" cy="1336601"/>
          </a:xfrm>
          <a:prstGeom prst="rect">
            <a:avLst/>
          </a:prstGeom>
          <a:ln w="12700">
            <a:miter lim="400000"/>
          </a:ln>
        </p:spPr>
      </p:pic>
      <p:sp>
        <p:nvSpPr>
          <p:cNvPr id="120" name="Google Shape;92;g3b5f24bda46_0_4"/>
          <p:cNvSpPr txBox="1">
            <a:spLocks noGrp="1"/>
          </p:cNvSpPr>
          <p:nvPr>
            <p:ph type="title"/>
          </p:nvPr>
        </p:nvSpPr>
        <p:spPr>
          <a:xfrm>
            <a:off x="457200" y="619839"/>
            <a:ext cx="8229600" cy="1143001"/>
          </a:xfrm>
          <a:prstGeom prst="rect">
            <a:avLst/>
          </a:prstGeom>
        </p:spPr>
        <p:txBody>
          <a:bodyPr/>
          <a:lstStyle>
            <a:lvl1pPr>
              <a:defRPr sz="3600">
                <a:solidFill>
                  <a:srgbClr val="0B5394"/>
                </a:solidFill>
              </a:defRPr>
            </a:lvl1pPr>
          </a:lstStyle>
          <a:p>
            <a:r>
              <a:t>Paper Overview – Context</a:t>
            </a:r>
          </a:p>
        </p:txBody>
      </p:sp>
    </p:spTree>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Google Shape;97;g3b5f24bda46_0_12"/>
          <p:cNvSpPr txBox="1">
            <a:spLocks noGrp="1"/>
          </p:cNvSpPr>
          <p:nvPr>
            <p:ph type="body" idx="1"/>
          </p:nvPr>
        </p:nvSpPr>
        <p:spPr>
          <a:xfrm>
            <a:off x="457200" y="1761294"/>
            <a:ext cx="8229600" cy="4526101"/>
          </a:xfrm>
          <a:prstGeom prst="rect">
            <a:avLst/>
          </a:prstGeom>
        </p:spPr>
        <p:txBody>
          <a:bodyPr/>
          <a:lstStyle/>
          <a:p>
            <a:pPr marL="342900" indent="-381000">
              <a:lnSpc>
                <a:spcPct val="92000"/>
              </a:lnSpc>
              <a:spcBef>
                <a:spcPts val="1200"/>
              </a:spcBef>
              <a:buSzPct val="100000"/>
              <a:buChar char="●"/>
              <a:defRPr sz="2400">
                <a:latin typeface="+mj-lt"/>
                <a:ea typeface="+mj-ea"/>
                <a:cs typeface="+mj-cs"/>
                <a:sym typeface="Arial"/>
              </a:defRPr>
            </a:pPr>
            <a:r>
              <a:t>Problem:</a:t>
            </a:r>
            <a:endParaRPr sz="9600"/>
          </a:p>
          <a:p>
            <a:pPr marL="742950" lvl="1" indent="-323850">
              <a:lnSpc>
                <a:spcPct val="92000"/>
              </a:lnSpc>
              <a:spcBef>
                <a:spcPts val="0"/>
              </a:spcBef>
              <a:buSzPct val="100000"/>
              <a:buChar char="○"/>
              <a:defRPr sz="2400">
                <a:latin typeface="+mj-lt"/>
                <a:ea typeface="+mj-ea"/>
                <a:cs typeface="+mj-cs"/>
                <a:sym typeface="Arial"/>
              </a:defRPr>
            </a:pPr>
            <a:r>
              <a:t>Many common deviations</a:t>
            </a:r>
            <a:endParaRPr sz="9600"/>
          </a:p>
          <a:p>
            <a:pPr marL="742950" lvl="1" indent="-323850">
              <a:lnSpc>
                <a:spcPct val="92000"/>
              </a:lnSpc>
              <a:spcBef>
                <a:spcPts val="0"/>
              </a:spcBef>
              <a:buSzPct val="100000"/>
              <a:buChar char="○"/>
              <a:defRPr sz="2400">
                <a:latin typeface="+mj-lt"/>
                <a:ea typeface="+mj-ea"/>
                <a:cs typeface="+mj-cs"/>
                <a:sym typeface="Arial"/>
              </a:defRPr>
            </a:pPr>
            <a:r>
              <a:t>Hard to explain them clearly</a:t>
            </a:r>
            <a:endParaRPr sz="9600"/>
          </a:p>
          <a:p>
            <a:pPr marL="342900" indent="-381000">
              <a:lnSpc>
                <a:spcPct val="92000"/>
              </a:lnSpc>
              <a:spcBef>
                <a:spcPts val="0"/>
              </a:spcBef>
              <a:buSzPct val="100000"/>
              <a:buChar char="●"/>
              <a:defRPr sz="2400">
                <a:latin typeface="+mj-lt"/>
                <a:ea typeface="+mj-ea"/>
                <a:cs typeface="+mj-cs"/>
                <a:sym typeface="Arial"/>
              </a:defRPr>
            </a:pPr>
            <a:r>
              <a:t>Authors’ idea:</a:t>
            </a:r>
            <a:endParaRPr sz="9600"/>
          </a:p>
          <a:p>
            <a:pPr marL="742950" lvl="1" indent="-323850">
              <a:lnSpc>
                <a:spcPct val="92000"/>
              </a:lnSpc>
              <a:spcBef>
                <a:spcPts val="0"/>
              </a:spcBef>
              <a:buSzPct val="100000"/>
              <a:buChar char="○"/>
              <a:defRPr sz="2400">
                <a:latin typeface="+mj-lt"/>
                <a:ea typeface="+mj-ea"/>
                <a:cs typeface="+mj-cs"/>
                <a:sym typeface="Arial"/>
              </a:defRPr>
            </a:pPr>
            <a:r>
              <a:t>Use </a:t>
            </a:r>
            <a:r>
              <a:rPr b="1"/>
              <a:t>behavioral constraints</a:t>
            </a:r>
            <a:endParaRPr sz="9600" b="1"/>
          </a:p>
          <a:p>
            <a:pPr marL="742950" lvl="1" indent="-323850">
              <a:lnSpc>
                <a:spcPct val="92000"/>
              </a:lnSpc>
              <a:spcBef>
                <a:spcPts val="0"/>
              </a:spcBef>
              <a:buSzPct val="100000"/>
              <a:buChar char="○"/>
              <a:defRPr sz="2400">
                <a:latin typeface="+mj-lt"/>
                <a:ea typeface="+mj-ea"/>
                <a:cs typeface="+mj-cs"/>
                <a:sym typeface="Arial"/>
              </a:defRPr>
            </a:pPr>
            <a:r>
              <a:t>Automatically discover patterns that explain deviations</a:t>
            </a:r>
            <a:endParaRPr sz="9600"/>
          </a:p>
          <a:p>
            <a:pPr marL="342900" indent="-381000">
              <a:lnSpc>
                <a:spcPct val="92000"/>
              </a:lnSpc>
              <a:spcBef>
                <a:spcPts val="0"/>
              </a:spcBef>
              <a:buSzPct val="100000"/>
              <a:buChar char="●"/>
              <a:defRPr sz="2400">
                <a:latin typeface="+mj-lt"/>
                <a:ea typeface="+mj-ea"/>
                <a:cs typeface="+mj-cs"/>
                <a:sym typeface="Arial"/>
              </a:defRPr>
            </a:pPr>
            <a:r>
              <a:t>Key novelty (simple):</a:t>
            </a:r>
            <a:endParaRPr sz="9600" b="1"/>
          </a:p>
          <a:p>
            <a:pPr marL="742950" lvl="1" indent="-323850">
              <a:lnSpc>
                <a:spcPct val="92000"/>
              </a:lnSpc>
              <a:spcBef>
                <a:spcPts val="0"/>
              </a:spcBef>
              <a:buSzPct val="100000"/>
              <a:buChar char="○"/>
              <a:defRPr sz="2400">
                <a:latin typeface="+mj-lt"/>
                <a:ea typeface="+mj-ea"/>
                <a:cs typeface="+mj-cs"/>
                <a:sym typeface="Arial"/>
              </a:defRPr>
            </a:pPr>
            <a:r>
              <a:t>Not only </a:t>
            </a:r>
            <a:r>
              <a:rPr i="1"/>
              <a:t>detect</a:t>
            </a:r>
            <a:r>
              <a:t> deviations</a:t>
            </a:r>
            <a:endParaRPr sz="9600"/>
          </a:p>
          <a:p>
            <a:pPr marL="742950" lvl="1" indent="-323850">
              <a:lnSpc>
                <a:spcPct val="92000"/>
              </a:lnSpc>
              <a:spcBef>
                <a:spcPts val="0"/>
              </a:spcBef>
              <a:buSzPct val="100000"/>
              <a:buChar char="○"/>
              <a:defRPr sz="2400">
                <a:latin typeface="+mj-lt"/>
                <a:ea typeface="+mj-ea"/>
                <a:cs typeface="+mj-cs"/>
                <a:sym typeface="Arial"/>
              </a:defRPr>
            </a:pPr>
            <a:r>
              <a:t>Also </a:t>
            </a:r>
            <a:r>
              <a:rPr i="1"/>
              <a:t>explain</a:t>
            </a:r>
            <a:r>
              <a:t> them in a structured way</a:t>
            </a:r>
            <a:endParaRPr>
              <a:solidFill>
                <a:srgbClr val="0B5394"/>
              </a:solidFill>
            </a:endParaRPr>
          </a:p>
          <a:p>
            <a:pPr marL="0" indent="0">
              <a:lnSpc>
                <a:spcPct val="80000"/>
              </a:lnSpc>
              <a:spcBef>
                <a:spcPts val="1200"/>
              </a:spcBef>
              <a:buSzTx/>
              <a:buNone/>
              <a:defRPr sz="800"/>
            </a:pPr>
            <a:endParaRPr sz="2400">
              <a:solidFill>
                <a:srgbClr val="0B5394"/>
              </a:solidFill>
            </a:endParaRPr>
          </a:p>
          <a:p>
            <a:pPr marL="0" indent="0">
              <a:lnSpc>
                <a:spcPct val="80000"/>
              </a:lnSpc>
              <a:spcBef>
                <a:spcPts val="600"/>
              </a:spcBef>
              <a:buSzTx/>
              <a:buNone/>
              <a:defRPr sz="800"/>
            </a:pPr>
            <a:endParaRPr sz="2400">
              <a:solidFill>
                <a:srgbClr val="0B5394"/>
              </a:solidFill>
            </a:endParaRPr>
          </a:p>
          <a:p>
            <a:pPr marL="0" indent="457200" algn="r">
              <a:lnSpc>
                <a:spcPct val="80000"/>
              </a:lnSpc>
              <a:spcBef>
                <a:spcPts val="600"/>
              </a:spcBef>
              <a:buSzTx/>
              <a:buNone/>
              <a:defRPr sz="2000">
                <a:solidFill>
                  <a:srgbClr val="0B5394"/>
                </a:solidFill>
              </a:defRPr>
            </a:pPr>
            <a:r>
              <a:t>Winter semester 2025 </a:t>
            </a:r>
          </a:p>
        </p:txBody>
      </p:sp>
      <p:pic>
        <p:nvPicPr>
          <p:cNvPr id="123" name="Google Shape;98;g3b5f24bda46_0_12" descr="Google Shape;98;g3b5f24bda46_0_12"/>
          <p:cNvPicPr>
            <a:picLocks noChangeAspect="1"/>
          </p:cNvPicPr>
          <p:nvPr/>
        </p:nvPicPr>
        <p:blipFill>
          <a:blip r:embed="rId2"/>
          <a:stretch>
            <a:fillRect/>
          </a:stretch>
        </p:blipFill>
        <p:spPr>
          <a:xfrm>
            <a:off x="0" y="-9488"/>
            <a:ext cx="2005377" cy="1336601"/>
          </a:xfrm>
          <a:prstGeom prst="rect">
            <a:avLst/>
          </a:prstGeom>
          <a:ln w="12700">
            <a:miter lim="400000"/>
          </a:ln>
        </p:spPr>
      </p:pic>
      <p:sp>
        <p:nvSpPr>
          <p:cNvPr id="124" name="Google Shape;99;g3b5f24bda46_0_12"/>
          <p:cNvSpPr txBox="1">
            <a:spLocks noGrp="1"/>
          </p:cNvSpPr>
          <p:nvPr>
            <p:ph type="title"/>
          </p:nvPr>
        </p:nvSpPr>
        <p:spPr>
          <a:xfrm>
            <a:off x="457200" y="619839"/>
            <a:ext cx="8229600" cy="1143001"/>
          </a:xfrm>
          <a:prstGeom prst="rect">
            <a:avLst/>
          </a:prstGeom>
        </p:spPr>
        <p:txBody>
          <a:bodyPr/>
          <a:lstStyle>
            <a:lvl1pPr>
              <a:defRPr sz="3600">
                <a:solidFill>
                  <a:srgbClr val="0B5394"/>
                </a:solidFill>
              </a:defRPr>
            </a:lvl1pPr>
          </a:lstStyle>
          <a:p>
            <a:r>
              <a:t>Paper Overview: Problem &amp; Idea</a:t>
            </a:r>
          </a:p>
        </p:txBody>
      </p:sp>
    </p:spTree>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 name="Google Shape;104;g3b5f24bda46_0_23"/>
          <p:cNvSpPr txBox="1">
            <a:spLocks noGrp="1"/>
          </p:cNvSpPr>
          <p:nvPr>
            <p:ph type="body" idx="1"/>
          </p:nvPr>
        </p:nvSpPr>
        <p:spPr>
          <a:xfrm>
            <a:off x="457200" y="1761294"/>
            <a:ext cx="8229600" cy="4526101"/>
          </a:xfrm>
          <a:prstGeom prst="rect">
            <a:avLst/>
          </a:prstGeom>
        </p:spPr>
        <p:txBody>
          <a:bodyPr>
            <a:normAutofit lnSpcReduction="10000"/>
          </a:bodyPr>
          <a:lstStyle/>
          <a:p>
            <a:pPr marL="448055" indent="-373380" defTabSz="896111">
              <a:lnSpc>
                <a:spcPct val="115000"/>
              </a:lnSpc>
              <a:spcBef>
                <a:spcPts val="1100"/>
              </a:spcBef>
              <a:buSzPct val="100000"/>
              <a:buChar char="●"/>
              <a:defRPr sz="2352">
                <a:latin typeface="+mj-lt"/>
                <a:ea typeface="+mj-ea"/>
                <a:cs typeface="+mj-cs"/>
                <a:sym typeface="Arial"/>
              </a:defRPr>
            </a:pPr>
            <a:r>
              <a:t>Input:</a:t>
            </a:r>
            <a:endParaRPr sz="9408"/>
          </a:p>
          <a:p>
            <a:pPr marL="896111" lvl="1" indent="-373380" defTabSz="896111">
              <a:lnSpc>
                <a:spcPct val="115000"/>
              </a:lnSpc>
              <a:spcBef>
                <a:spcPts val="0"/>
              </a:spcBef>
              <a:buSzPct val="100000"/>
              <a:buChar char="○"/>
              <a:defRPr sz="2352">
                <a:latin typeface="+mj-lt"/>
                <a:ea typeface="+mj-ea"/>
                <a:cs typeface="+mj-cs"/>
                <a:sym typeface="Arial"/>
              </a:defRPr>
            </a:pPr>
            <a:r>
              <a:t>Process model</a:t>
            </a:r>
            <a:endParaRPr sz="9408"/>
          </a:p>
          <a:p>
            <a:pPr marL="896111" lvl="1" indent="-373380" defTabSz="896111">
              <a:lnSpc>
                <a:spcPct val="115000"/>
              </a:lnSpc>
              <a:spcBef>
                <a:spcPts val="0"/>
              </a:spcBef>
              <a:buSzPct val="100000"/>
              <a:buChar char="○"/>
              <a:defRPr sz="2352">
                <a:latin typeface="+mj-lt"/>
                <a:ea typeface="+mj-ea"/>
                <a:cs typeface="+mj-cs"/>
                <a:sym typeface="Arial"/>
              </a:defRPr>
            </a:pPr>
            <a:r>
              <a:t>Event log</a:t>
            </a:r>
            <a:endParaRPr sz="9408"/>
          </a:p>
          <a:p>
            <a:pPr marL="448055" indent="-373380" defTabSz="896111">
              <a:lnSpc>
                <a:spcPct val="115000"/>
              </a:lnSpc>
              <a:spcBef>
                <a:spcPts val="0"/>
              </a:spcBef>
              <a:buSzPct val="100000"/>
              <a:buChar char="●"/>
              <a:defRPr sz="2352">
                <a:latin typeface="+mj-lt"/>
                <a:ea typeface="+mj-ea"/>
                <a:cs typeface="+mj-cs"/>
                <a:sym typeface="Arial"/>
              </a:defRPr>
            </a:pPr>
            <a:r>
              <a:t>Steps:</a:t>
            </a:r>
            <a:endParaRPr sz="9408"/>
          </a:p>
          <a:p>
            <a:pPr marL="896111" lvl="1" indent="-373380" defTabSz="896111">
              <a:lnSpc>
                <a:spcPct val="115000"/>
              </a:lnSpc>
              <a:spcBef>
                <a:spcPts val="0"/>
              </a:spcBef>
              <a:buSzPct val="100000"/>
              <a:buChar char="○"/>
              <a:defRPr sz="2352">
                <a:latin typeface="+mj-lt"/>
                <a:ea typeface="+mj-ea"/>
                <a:cs typeface="+mj-cs"/>
                <a:sym typeface="Arial"/>
              </a:defRPr>
            </a:pPr>
            <a:r>
              <a:t>Instantiate candidate constraints </a:t>
            </a:r>
            <a:endParaRPr sz="9408"/>
          </a:p>
          <a:p>
            <a:pPr marL="896111" lvl="1" indent="-373380" defTabSz="896111">
              <a:lnSpc>
                <a:spcPct val="115000"/>
              </a:lnSpc>
              <a:spcBef>
                <a:spcPts val="0"/>
              </a:spcBef>
              <a:buSzPct val="100000"/>
              <a:buChar char="○"/>
              <a:defRPr sz="2352">
                <a:latin typeface="+mj-lt"/>
                <a:ea typeface="+mj-ea"/>
                <a:cs typeface="+mj-cs"/>
                <a:sym typeface="Arial"/>
              </a:defRPr>
            </a:pPr>
            <a:r>
              <a:t>Check which constraints hold in the model </a:t>
            </a:r>
            <a:endParaRPr sz="9408"/>
          </a:p>
          <a:p>
            <a:pPr marL="896111" lvl="1" indent="-373380" defTabSz="896111">
              <a:lnSpc>
                <a:spcPct val="115000"/>
              </a:lnSpc>
              <a:spcBef>
                <a:spcPts val="0"/>
              </a:spcBef>
              <a:buSzPct val="100000"/>
              <a:buChar char="○"/>
              <a:defRPr sz="2352">
                <a:latin typeface="+mj-lt"/>
                <a:ea typeface="+mj-ea"/>
                <a:cs typeface="+mj-cs"/>
                <a:sym typeface="Arial"/>
              </a:defRPr>
            </a:pPr>
            <a:r>
              <a:t>Minimize constraints</a:t>
            </a:r>
            <a:endParaRPr sz="9408"/>
          </a:p>
          <a:p>
            <a:pPr marL="896111" lvl="1" indent="-373380" defTabSz="896111">
              <a:lnSpc>
                <a:spcPct val="115000"/>
              </a:lnSpc>
              <a:spcBef>
                <a:spcPts val="0"/>
              </a:spcBef>
              <a:buSzPct val="100000"/>
              <a:buChar char="○"/>
              <a:defRPr sz="2352">
                <a:latin typeface="+mj-lt"/>
                <a:ea typeface="+mj-ea"/>
                <a:cs typeface="+mj-cs"/>
                <a:sym typeface="Arial"/>
              </a:defRPr>
            </a:pPr>
            <a:r>
              <a:t>Use them to explain deviations</a:t>
            </a:r>
            <a:endParaRPr sz="9408"/>
          </a:p>
          <a:p>
            <a:pPr marL="0" indent="0" defTabSz="896111">
              <a:spcBef>
                <a:spcPts val="1100"/>
              </a:spcBef>
              <a:buSzTx/>
              <a:buNone/>
              <a:defRPr sz="784"/>
            </a:pPr>
            <a:endParaRPr sz="2352">
              <a:solidFill>
                <a:srgbClr val="0B5394"/>
              </a:solidFill>
            </a:endParaRPr>
          </a:p>
          <a:p>
            <a:pPr marL="0" indent="0" defTabSz="896111">
              <a:spcBef>
                <a:spcPts val="500"/>
              </a:spcBef>
              <a:buSzTx/>
              <a:buNone/>
              <a:defRPr sz="784"/>
            </a:pPr>
            <a:endParaRPr sz="2352">
              <a:solidFill>
                <a:srgbClr val="0B5394"/>
              </a:solidFill>
            </a:endParaRPr>
          </a:p>
          <a:p>
            <a:pPr marL="0" indent="448055" algn="r" defTabSz="896111">
              <a:spcBef>
                <a:spcPts val="500"/>
              </a:spcBef>
              <a:buSzTx/>
              <a:buNone/>
              <a:defRPr sz="1960">
                <a:solidFill>
                  <a:srgbClr val="0B5394"/>
                </a:solidFill>
              </a:defRPr>
            </a:pPr>
            <a:r>
              <a:t>Winter semester 2025 </a:t>
            </a:r>
          </a:p>
        </p:txBody>
      </p:sp>
      <p:pic>
        <p:nvPicPr>
          <p:cNvPr id="127" name="Google Shape;105;g3b5f24bda46_0_23" descr="Google Shape;105;g3b5f24bda46_0_23"/>
          <p:cNvPicPr>
            <a:picLocks noChangeAspect="1"/>
          </p:cNvPicPr>
          <p:nvPr/>
        </p:nvPicPr>
        <p:blipFill>
          <a:blip r:embed="rId2"/>
          <a:stretch>
            <a:fillRect/>
          </a:stretch>
        </p:blipFill>
        <p:spPr>
          <a:xfrm>
            <a:off x="0" y="-9488"/>
            <a:ext cx="2005377" cy="1336601"/>
          </a:xfrm>
          <a:prstGeom prst="rect">
            <a:avLst/>
          </a:prstGeom>
          <a:ln w="12700">
            <a:miter lim="400000"/>
          </a:ln>
        </p:spPr>
      </p:pic>
      <p:sp>
        <p:nvSpPr>
          <p:cNvPr id="128" name="Google Shape;106;g3b5f24bda46_0_23"/>
          <p:cNvSpPr txBox="1">
            <a:spLocks noGrp="1"/>
          </p:cNvSpPr>
          <p:nvPr>
            <p:ph type="title"/>
          </p:nvPr>
        </p:nvSpPr>
        <p:spPr>
          <a:xfrm>
            <a:off x="457200" y="619839"/>
            <a:ext cx="8229600" cy="1143001"/>
          </a:xfrm>
          <a:prstGeom prst="rect">
            <a:avLst/>
          </a:prstGeom>
        </p:spPr>
        <p:txBody>
          <a:bodyPr/>
          <a:lstStyle>
            <a:lvl1pPr>
              <a:defRPr sz="3600">
                <a:solidFill>
                  <a:srgbClr val="0B5394"/>
                </a:solidFill>
              </a:defRPr>
            </a:lvl1pPr>
          </a:lstStyle>
          <a:p>
            <a:r>
              <a:t>Paper Overview: How It Works</a:t>
            </a:r>
          </a:p>
        </p:txBody>
      </p:sp>
    </p:spTree>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 name="Google Shape;111;g3b810230bb6_0_0"/>
          <p:cNvSpPr txBox="1">
            <a:spLocks noGrp="1"/>
          </p:cNvSpPr>
          <p:nvPr>
            <p:ph type="body" idx="1"/>
          </p:nvPr>
        </p:nvSpPr>
        <p:spPr>
          <a:xfrm>
            <a:off x="457200" y="1761294"/>
            <a:ext cx="8229600" cy="4526101"/>
          </a:xfrm>
          <a:prstGeom prst="rect">
            <a:avLst/>
          </a:prstGeom>
        </p:spPr>
        <p:txBody>
          <a:bodyPr/>
          <a:lstStyle/>
          <a:p>
            <a:pPr marL="434340" indent="-332500" defTabSz="868680">
              <a:lnSpc>
                <a:spcPct val="92000"/>
              </a:lnSpc>
              <a:spcBef>
                <a:spcPts val="1100"/>
              </a:spcBef>
              <a:buSzPct val="100000"/>
              <a:buChar char="●"/>
              <a:defRPr sz="1804">
                <a:latin typeface="+mj-lt"/>
                <a:ea typeface="+mj-ea"/>
                <a:cs typeface="+mj-cs"/>
                <a:sym typeface="Arial"/>
              </a:defRPr>
            </a:pPr>
            <a:r>
              <a:t>A </a:t>
            </a:r>
            <a:r>
              <a:rPr b="1"/>
              <a:t>constraint</a:t>
            </a:r>
            <a:r>
              <a:t> is a </a:t>
            </a:r>
            <a:r>
              <a:rPr b="1"/>
              <a:t>rule about how activities should happen</a:t>
            </a:r>
            <a:r>
              <a:t> in a process.</a:t>
            </a:r>
            <a:endParaRPr sz="7219"/>
          </a:p>
          <a:p>
            <a:pPr marL="434340" indent="-332500" defTabSz="868680">
              <a:lnSpc>
                <a:spcPct val="92000"/>
              </a:lnSpc>
              <a:spcBef>
                <a:spcPts val="0"/>
              </a:spcBef>
              <a:buSzPct val="100000"/>
              <a:buChar char="●"/>
              <a:defRPr sz="1804">
                <a:latin typeface="+mj-lt"/>
                <a:ea typeface="+mj-ea"/>
                <a:cs typeface="+mj-cs"/>
                <a:sym typeface="Arial"/>
              </a:defRPr>
            </a:pPr>
            <a:r>
              <a:t>It describes </a:t>
            </a:r>
            <a:r>
              <a:rPr b="1"/>
              <a:t>expected behavior</a:t>
            </a:r>
            <a:r>
              <a:t>, not a single trace.</a:t>
            </a:r>
            <a:endParaRPr sz="7219"/>
          </a:p>
          <a:p>
            <a:pPr marL="434340" indent="-332500" defTabSz="868680">
              <a:lnSpc>
                <a:spcPct val="92000"/>
              </a:lnSpc>
              <a:spcBef>
                <a:spcPts val="0"/>
              </a:spcBef>
              <a:buSzPct val="100000"/>
              <a:buChar char="●"/>
              <a:defRPr sz="1804">
                <a:latin typeface="+mj-lt"/>
                <a:ea typeface="+mj-ea"/>
                <a:cs typeface="+mj-cs"/>
                <a:sym typeface="Arial"/>
              </a:defRPr>
            </a:pPr>
            <a:r>
              <a:t>Constraints are used to:</a:t>
            </a:r>
            <a:endParaRPr sz="7219"/>
          </a:p>
          <a:p>
            <a:pPr marL="868680" lvl="1" indent="-332500" defTabSz="868680">
              <a:lnSpc>
                <a:spcPct val="92000"/>
              </a:lnSpc>
              <a:spcBef>
                <a:spcPts val="0"/>
              </a:spcBef>
              <a:buSzPct val="100000"/>
              <a:buChar char="○"/>
              <a:defRPr sz="1804">
                <a:latin typeface="+mj-lt"/>
                <a:ea typeface="+mj-ea"/>
                <a:cs typeface="+mj-cs"/>
                <a:sym typeface="Arial"/>
              </a:defRPr>
            </a:pPr>
            <a:r>
              <a:t>detect deviations</a:t>
            </a:r>
            <a:endParaRPr sz="7219"/>
          </a:p>
          <a:p>
            <a:pPr marL="868680" lvl="1" indent="-332500" defTabSz="868680">
              <a:lnSpc>
                <a:spcPct val="92000"/>
              </a:lnSpc>
              <a:spcBef>
                <a:spcPts val="0"/>
              </a:spcBef>
              <a:buSzPct val="100000"/>
              <a:buChar char="○"/>
              <a:defRPr sz="1804">
                <a:latin typeface="+mj-lt"/>
                <a:ea typeface="+mj-ea"/>
                <a:cs typeface="+mj-cs"/>
                <a:sym typeface="Arial"/>
              </a:defRPr>
            </a:pPr>
            <a:r>
              <a:t>explain why a process execution is wrong</a:t>
            </a:r>
            <a:endParaRPr sz="7219"/>
          </a:p>
          <a:p>
            <a:pPr marL="0" indent="0" defTabSz="868680">
              <a:lnSpc>
                <a:spcPct val="92000"/>
              </a:lnSpc>
              <a:spcBef>
                <a:spcPts val="1300"/>
              </a:spcBef>
              <a:buSzTx/>
              <a:buNone/>
              <a:defRPr sz="1804" b="1">
                <a:latin typeface="+mj-lt"/>
                <a:ea typeface="+mj-ea"/>
                <a:cs typeface="+mj-cs"/>
                <a:sym typeface="Arial"/>
              </a:defRPr>
            </a:pPr>
            <a:r>
              <a:t>Simple example</a:t>
            </a:r>
            <a:endParaRPr sz="7410"/>
          </a:p>
          <a:p>
            <a:pPr marL="434340" indent="-332500" defTabSz="868680">
              <a:lnSpc>
                <a:spcPct val="92000"/>
              </a:lnSpc>
              <a:spcBef>
                <a:spcPts val="1100"/>
              </a:spcBef>
              <a:buSzPct val="100000"/>
              <a:buChar char="●"/>
              <a:defRPr sz="1804">
                <a:latin typeface="+mj-lt"/>
                <a:ea typeface="+mj-ea"/>
                <a:cs typeface="+mj-cs"/>
                <a:sym typeface="Arial"/>
              </a:defRPr>
            </a:pPr>
            <a:r>
              <a:t>Activity A: Send fine</a:t>
            </a:r>
            <a:endParaRPr sz="7219"/>
          </a:p>
          <a:p>
            <a:pPr marL="434340" indent="-332500" defTabSz="868680">
              <a:lnSpc>
                <a:spcPct val="92000"/>
              </a:lnSpc>
              <a:spcBef>
                <a:spcPts val="0"/>
              </a:spcBef>
              <a:buSzPct val="100000"/>
              <a:buChar char="●"/>
              <a:defRPr sz="1804">
                <a:latin typeface="+mj-lt"/>
                <a:ea typeface="+mj-ea"/>
                <a:cs typeface="+mj-cs"/>
                <a:sym typeface="Arial"/>
              </a:defRPr>
            </a:pPr>
            <a:r>
              <a:t>Activity B: Pay fine</a:t>
            </a:r>
            <a:endParaRPr sz="7219"/>
          </a:p>
          <a:p>
            <a:pPr marL="0" indent="0" defTabSz="868680">
              <a:lnSpc>
                <a:spcPct val="92000"/>
              </a:lnSpc>
              <a:spcBef>
                <a:spcPts val="1100"/>
              </a:spcBef>
              <a:buSzTx/>
              <a:buNone/>
              <a:defRPr sz="1804" b="1">
                <a:latin typeface="+mj-lt"/>
                <a:ea typeface="+mj-ea"/>
                <a:cs typeface="+mj-cs"/>
                <a:sym typeface="Arial"/>
              </a:defRPr>
            </a:pPr>
            <a:r>
              <a:t>Constraint:</a:t>
            </a:r>
            <a:br/>
            <a:r>
              <a:rPr b="0"/>
              <a:t> “If Send fine happens, then Pay fine should eventually happen.”</a:t>
            </a:r>
            <a:endParaRPr sz="7219"/>
          </a:p>
          <a:p>
            <a:pPr marL="0" indent="0" defTabSz="868680">
              <a:lnSpc>
                <a:spcPct val="92000"/>
              </a:lnSpc>
              <a:spcBef>
                <a:spcPts val="1100"/>
              </a:spcBef>
              <a:buSzTx/>
              <a:buNone/>
              <a:defRPr sz="1804">
                <a:latin typeface="+mj-lt"/>
                <a:ea typeface="+mj-ea"/>
                <a:cs typeface="+mj-cs"/>
                <a:sym typeface="Arial"/>
              </a:defRPr>
            </a:pPr>
            <a:r>
              <a:t>If this rule is broken → we found a </a:t>
            </a:r>
            <a:r>
              <a:rPr b="1"/>
              <a:t>deviation</a:t>
            </a:r>
            <a:r>
              <a:t>.</a:t>
            </a:r>
            <a:endParaRPr sz="15295"/>
          </a:p>
          <a:p>
            <a:pPr marL="0" indent="0" defTabSz="868680">
              <a:lnSpc>
                <a:spcPct val="80000"/>
              </a:lnSpc>
              <a:spcBef>
                <a:spcPts val="1100"/>
              </a:spcBef>
              <a:buSzTx/>
              <a:buNone/>
              <a:defRPr sz="760"/>
            </a:pPr>
            <a:endParaRPr sz="2280">
              <a:solidFill>
                <a:srgbClr val="0B5394"/>
              </a:solidFill>
            </a:endParaRPr>
          </a:p>
          <a:p>
            <a:pPr marL="0" indent="0" defTabSz="868680">
              <a:lnSpc>
                <a:spcPct val="80000"/>
              </a:lnSpc>
              <a:spcBef>
                <a:spcPts val="500"/>
              </a:spcBef>
              <a:buSzTx/>
              <a:buNone/>
              <a:defRPr sz="760"/>
            </a:pPr>
            <a:endParaRPr sz="2280">
              <a:solidFill>
                <a:srgbClr val="0B5394"/>
              </a:solidFill>
            </a:endParaRPr>
          </a:p>
          <a:p>
            <a:pPr marL="0" indent="434340" algn="r" defTabSz="868680">
              <a:lnSpc>
                <a:spcPct val="80000"/>
              </a:lnSpc>
              <a:spcBef>
                <a:spcPts val="500"/>
              </a:spcBef>
              <a:buSzTx/>
              <a:buNone/>
              <a:defRPr sz="1900">
                <a:solidFill>
                  <a:srgbClr val="0B5394"/>
                </a:solidFill>
              </a:defRPr>
            </a:pPr>
            <a:r>
              <a:t>Winter semester 2025 </a:t>
            </a:r>
          </a:p>
        </p:txBody>
      </p:sp>
      <p:pic>
        <p:nvPicPr>
          <p:cNvPr id="131" name="Google Shape;112;g3b810230bb6_0_0" descr="Google Shape;112;g3b810230bb6_0_0"/>
          <p:cNvPicPr>
            <a:picLocks noChangeAspect="1"/>
          </p:cNvPicPr>
          <p:nvPr/>
        </p:nvPicPr>
        <p:blipFill>
          <a:blip r:embed="rId2"/>
          <a:stretch>
            <a:fillRect/>
          </a:stretch>
        </p:blipFill>
        <p:spPr>
          <a:xfrm>
            <a:off x="0" y="-9488"/>
            <a:ext cx="2005377" cy="1336601"/>
          </a:xfrm>
          <a:prstGeom prst="rect">
            <a:avLst/>
          </a:prstGeom>
          <a:ln w="12700">
            <a:miter lim="400000"/>
          </a:ln>
        </p:spPr>
      </p:pic>
      <p:sp>
        <p:nvSpPr>
          <p:cNvPr id="132" name="Google Shape;113;g3b810230bb6_0_0"/>
          <p:cNvSpPr txBox="1">
            <a:spLocks noGrp="1"/>
          </p:cNvSpPr>
          <p:nvPr>
            <p:ph type="title"/>
          </p:nvPr>
        </p:nvSpPr>
        <p:spPr>
          <a:xfrm>
            <a:off x="457200" y="619839"/>
            <a:ext cx="8229600" cy="1143001"/>
          </a:xfrm>
          <a:prstGeom prst="rect">
            <a:avLst/>
          </a:prstGeom>
        </p:spPr>
        <p:txBody>
          <a:bodyPr/>
          <a:lstStyle>
            <a:lvl1pPr>
              <a:defRPr sz="3600">
                <a:solidFill>
                  <a:srgbClr val="0B5394"/>
                </a:solidFill>
              </a:defRPr>
            </a:lvl1pPr>
          </a:lstStyle>
          <a:p>
            <a:r>
              <a:t>What do we mean by a Constraint?</a:t>
            </a:r>
          </a:p>
        </p:txBody>
      </p:sp>
    </p:spTree>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4" name="Screenshot 2026-01-20 at 21.20.57.png" descr="Screenshot 2026-01-20 at 21.20.57.png"/>
          <p:cNvPicPr>
            <a:picLocks noChangeAspect="1"/>
          </p:cNvPicPr>
          <p:nvPr/>
        </p:nvPicPr>
        <p:blipFill>
          <a:blip r:embed="rId2"/>
          <a:stretch>
            <a:fillRect/>
          </a:stretch>
        </p:blipFill>
        <p:spPr>
          <a:xfrm>
            <a:off x="217077" y="523648"/>
            <a:ext cx="8709846" cy="4858706"/>
          </a:xfrm>
          <a:prstGeom prst="rect">
            <a:avLst/>
          </a:prstGeom>
          <a:ln w="12700">
            <a:miter lim="400000"/>
          </a:ln>
        </p:spPr>
      </p:pic>
    </p:spTree>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Google Shape;118;g3b810230bb6_0_9"/>
          <p:cNvSpPr txBox="1">
            <a:spLocks noGrp="1"/>
          </p:cNvSpPr>
          <p:nvPr>
            <p:ph type="body" idx="1"/>
          </p:nvPr>
        </p:nvSpPr>
        <p:spPr>
          <a:xfrm>
            <a:off x="457200" y="1761294"/>
            <a:ext cx="8229600" cy="4526101"/>
          </a:xfrm>
          <a:prstGeom prst="rect">
            <a:avLst/>
          </a:prstGeom>
        </p:spPr>
        <p:txBody>
          <a:bodyPr>
            <a:normAutofit lnSpcReduction="10000"/>
          </a:bodyPr>
          <a:lstStyle/>
          <a:p>
            <a:pPr marL="0" indent="0" defTabSz="859536">
              <a:lnSpc>
                <a:spcPct val="92000"/>
              </a:lnSpc>
              <a:spcBef>
                <a:spcPts val="1100"/>
              </a:spcBef>
              <a:buSzTx/>
              <a:buNone/>
              <a:defRPr sz="1598" b="1">
                <a:latin typeface="+mj-lt"/>
                <a:ea typeface="+mj-ea"/>
                <a:cs typeface="+mj-cs"/>
                <a:sym typeface="Arial"/>
              </a:defRPr>
            </a:pPr>
            <a:r>
              <a:t>Table 4 — Performance</a:t>
            </a:r>
            <a:endParaRPr sz="6392"/>
          </a:p>
          <a:p>
            <a:pPr marL="429768" indent="-316701" defTabSz="859536">
              <a:lnSpc>
                <a:spcPct val="92000"/>
              </a:lnSpc>
              <a:spcBef>
                <a:spcPts val="1100"/>
              </a:spcBef>
              <a:buSzPct val="100000"/>
              <a:buChar char="●"/>
              <a:defRPr sz="1598">
                <a:latin typeface="+mj-lt"/>
                <a:ea typeface="+mj-ea"/>
                <a:cs typeface="+mj-cs"/>
                <a:sym typeface="Arial"/>
              </a:defRPr>
            </a:pPr>
            <a:r>
              <a:t>Constraints are treated as </a:t>
            </a:r>
            <a:r>
              <a:rPr b="1"/>
              <a:t>candidates</a:t>
            </a:r>
            <a:endParaRPr sz="6392" b="1"/>
          </a:p>
          <a:p>
            <a:pPr marL="429768" indent="-316701" defTabSz="859536">
              <a:lnSpc>
                <a:spcPct val="92000"/>
              </a:lnSpc>
              <a:spcBef>
                <a:spcPts val="0"/>
              </a:spcBef>
              <a:buSzPct val="100000"/>
              <a:buChar char="●"/>
              <a:defRPr sz="1598">
                <a:latin typeface="+mj-lt"/>
                <a:ea typeface="+mj-ea"/>
                <a:cs typeface="+mj-cs"/>
                <a:sym typeface="Arial"/>
              </a:defRPr>
            </a:pPr>
            <a:r>
              <a:t>The system:</a:t>
            </a:r>
            <a:endParaRPr sz="6392"/>
          </a:p>
          <a:p>
            <a:pPr marL="859536" lvl="1" indent="-316701" defTabSz="859536">
              <a:lnSpc>
                <a:spcPct val="92000"/>
              </a:lnSpc>
              <a:spcBef>
                <a:spcPts val="0"/>
              </a:spcBef>
              <a:buSzPct val="100000"/>
              <a:buChar char="○"/>
              <a:defRPr sz="1598">
                <a:latin typeface="+mj-lt"/>
                <a:ea typeface="+mj-ea"/>
                <a:cs typeface="+mj-cs"/>
                <a:sym typeface="Arial"/>
              </a:defRPr>
            </a:pPr>
            <a:r>
              <a:t>generates many possible rules</a:t>
            </a:r>
            <a:endParaRPr sz="6392"/>
          </a:p>
          <a:p>
            <a:pPr marL="859536" lvl="1" indent="-316701" defTabSz="859536">
              <a:lnSpc>
                <a:spcPct val="92000"/>
              </a:lnSpc>
              <a:spcBef>
                <a:spcPts val="0"/>
              </a:spcBef>
              <a:buSzPct val="100000"/>
              <a:buChar char="○"/>
              <a:defRPr sz="1598">
                <a:latin typeface="+mj-lt"/>
                <a:ea typeface="+mj-ea"/>
                <a:cs typeface="+mj-cs"/>
                <a:sym typeface="Arial"/>
              </a:defRPr>
            </a:pPr>
            <a:r>
              <a:t>removes invalid and redundant ones</a:t>
            </a:r>
            <a:endParaRPr sz="6392"/>
          </a:p>
          <a:p>
            <a:pPr marL="429768" indent="-316701" defTabSz="859536">
              <a:lnSpc>
                <a:spcPct val="92000"/>
              </a:lnSpc>
              <a:spcBef>
                <a:spcPts val="0"/>
              </a:spcBef>
              <a:buSzPct val="100000"/>
              <a:buChar char="●"/>
              <a:defRPr sz="1598">
                <a:latin typeface="+mj-lt"/>
                <a:ea typeface="+mj-ea"/>
                <a:cs typeface="+mj-cs"/>
                <a:sym typeface="Arial"/>
              </a:defRPr>
            </a:pPr>
            <a:r>
              <a:t>Goal: measure </a:t>
            </a:r>
            <a:r>
              <a:rPr b="1"/>
              <a:t>scalability and runtime</a:t>
            </a:r>
            <a:endParaRPr sz="6392" b="1"/>
          </a:p>
          <a:p>
            <a:pPr marL="0" indent="0" defTabSz="859536">
              <a:lnSpc>
                <a:spcPct val="92000"/>
              </a:lnSpc>
              <a:spcBef>
                <a:spcPts val="1100"/>
              </a:spcBef>
              <a:buSzTx/>
              <a:buNone/>
              <a:defRPr sz="1598" b="1">
                <a:latin typeface="+mj-lt"/>
                <a:ea typeface="+mj-ea"/>
                <a:cs typeface="+mj-cs"/>
                <a:sym typeface="Arial"/>
              </a:defRPr>
            </a:pPr>
            <a:r>
              <a:t>Table 5 — Diagnostics</a:t>
            </a:r>
            <a:endParaRPr sz="6392"/>
          </a:p>
          <a:p>
            <a:pPr marL="429768" indent="-316701" defTabSz="859536">
              <a:lnSpc>
                <a:spcPct val="92000"/>
              </a:lnSpc>
              <a:spcBef>
                <a:spcPts val="1100"/>
              </a:spcBef>
              <a:buSzPct val="100000"/>
              <a:buChar char="●"/>
              <a:defRPr sz="1598">
                <a:latin typeface="+mj-lt"/>
                <a:ea typeface="+mj-ea"/>
                <a:cs typeface="+mj-cs"/>
                <a:sym typeface="Arial"/>
              </a:defRPr>
            </a:pPr>
            <a:r>
              <a:t>Constraints are used as </a:t>
            </a:r>
            <a:r>
              <a:rPr b="1"/>
              <a:t>explanations</a:t>
            </a:r>
            <a:endParaRPr sz="6392" b="1"/>
          </a:p>
          <a:p>
            <a:pPr marL="429768" indent="-316701" defTabSz="859536">
              <a:lnSpc>
                <a:spcPct val="92000"/>
              </a:lnSpc>
              <a:spcBef>
                <a:spcPts val="0"/>
              </a:spcBef>
              <a:buSzPct val="100000"/>
              <a:buChar char="●"/>
              <a:defRPr sz="1598">
                <a:latin typeface="+mj-lt"/>
                <a:ea typeface="+mj-ea"/>
                <a:cs typeface="+mj-cs"/>
                <a:sym typeface="Arial"/>
              </a:defRPr>
            </a:pPr>
            <a:r>
              <a:t>The system checks:</a:t>
            </a:r>
            <a:endParaRPr sz="6392"/>
          </a:p>
          <a:p>
            <a:pPr marL="859536" lvl="1" indent="-316701" defTabSz="859536">
              <a:lnSpc>
                <a:spcPct val="92000"/>
              </a:lnSpc>
              <a:spcBef>
                <a:spcPts val="0"/>
              </a:spcBef>
              <a:buSzPct val="100000"/>
              <a:buChar char="○"/>
              <a:defRPr sz="1598">
                <a:latin typeface="+mj-lt"/>
                <a:ea typeface="+mj-ea"/>
                <a:cs typeface="+mj-cs"/>
                <a:sym typeface="Arial"/>
              </a:defRPr>
            </a:pPr>
            <a:r>
              <a:t>which constraints are violated</a:t>
            </a:r>
            <a:endParaRPr sz="6392"/>
          </a:p>
          <a:p>
            <a:pPr marL="859536" lvl="1" indent="-316701" defTabSz="859536">
              <a:lnSpc>
                <a:spcPct val="92000"/>
              </a:lnSpc>
              <a:spcBef>
                <a:spcPts val="0"/>
              </a:spcBef>
              <a:buSzPct val="100000"/>
              <a:buChar char="○"/>
              <a:defRPr sz="1598">
                <a:latin typeface="+mj-lt"/>
                <a:ea typeface="+mj-ea"/>
                <a:cs typeface="+mj-cs"/>
                <a:sym typeface="Arial"/>
              </a:defRPr>
            </a:pPr>
            <a:r>
              <a:t>how many deviations are explained</a:t>
            </a:r>
            <a:endParaRPr sz="6392"/>
          </a:p>
          <a:p>
            <a:pPr marL="429768" indent="-316701" defTabSz="859536">
              <a:lnSpc>
                <a:spcPct val="92000"/>
              </a:lnSpc>
              <a:spcBef>
                <a:spcPts val="0"/>
              </a:spcBef>
              <a:buSzPct val="100000"/>
              <a:buChar char="●"/>
              <a:defRPr sz="1598">
                <a:latin typeface="+mj-lt"/>
                <a:ea typeface="+mj-ea"/>
                <a:cs typeface="+mj-cs"/>
                <a:sym typeface="Arial"/>
              </a:defRPr>
            </a:pPr>
            <a:r>
              <a:t>Goal: measure </a:t>
            </a:r>
            <a:r>
              <a:rPr b="1"/>
              <a:t>explanation quality</a:t>
            </a:r>
            <a:endParaRPr sz="6392" b="1"/>
          </a:p>
          <a:p>
            <a:pPr marL="0" indent="0" defTabSz="859536">
              <a:lnSpc>
                <a:spcPct val="92000"/>
              </a:lnSpc>
              <a:spcBef>
                <a:spcPts val="1300"/>
              </a:spcBef>
              <a:buSzTx/>
              <a:buNone/>
              <a:defRPr sz="1598" b="1">
                <a:latin typeface="+mj-lt"/>
                <a:ea typeface="+mj-ea"/>
                <a:cs typeface="+mj-cs"/>
                <a:sym typeface="Arial"/>
              </a:defRPr>
            </a:pPr>
            <a:r>
              <a:t>Key idea</a:t>
            </a:r>
            <a:endParaRPr sz="6580"/>
          </a:p>
          <a:p>
            <a:pPr marL="429768" indent="-316701" defTabSz="859536">
              <a:lnSpc>
                <a:spcPct val="92000"/>
              </a:lnSpc>
              <a:spcBef>
                <a:spcPts val="1100"/>
              </a:spcBef>
              <a:buSzPct val="100000"/>
              <a:buChar char="●"/>
              <a:defRPr sz="1598">
                <a:latin typeface="+mj-lt"/>
                <a:ea typeface="+mj-ea"/>
                <a:cs typeface="+mj-cs"/>
                <a:sym typeface="Arial"/>
              </a:defRPr>
            </a:pPr>
            <a:r>
              <a:t>Table 4 → How expensive is it to find rules?</a:t>
            </a:r>
            <a:endParaRPr sz="6392"/>
          </a:p>
          <a:p>
            <a:pPr marL="429768" indent="-316701" defTabSz="859536">
              <a:lnSpc>
                <a:spcPct val="92000"/>
              </a:lnSpc>
              <a:spcBef>
                <a:spcPts val="0"/>
              </a:spcBef>
              <a:buSzPct val="100000"/>
              <a:buChar char="●"/>
              <a:defRPr sz="1598">
                <a:latin typeface="+mj-lt"/>
                <a:ea typeface="+mj-ea"/>
                <a:cs typeface="+mj-cs"/>
                <a:sym typeface="Arial"/>
              </a:defRPr>
            </a:pPr>
            <a:r>
              <a:t>Table 5 → How useful are these rules to explain deviations?</a:t>
            </a:r>
            <a:endParaRPr sz="2256">
              <a:solidFill>
                <a:srgbClr val="0B5394"/>
              </a:solidFill>
            </a:endParaRPr>
          </a:p>
          <a:p>
            <a:pPr marL="0" indent="429768" algn="r" defTabSz="859536">
              <a:lnSpc>
                <a:spcPct val="80000"/>
              </a:lnSpc>
              <a:spcBef>
                <a:spcPts val="1100"/>
              </a:spcBef>
              <a:buSzTx/>
              <a:buNone/>
              <a:defRPr sz="1879">
                <a:solidFill>
                  <a:srgbClr val="0B5394"/>
                </a:solidFill>
              </a:defRPr>
            </a:pPr>
            <a:r>
              <a:t>Winter semester 2025 </a:t>
            </a:r>
          </a:p>
        </p:txBody>
      </p:sp>
      <p:pic>
        <p:nvPicPr>
          <p:cNvPr id="137" name="Google Shape;119;g3b810230bb6_0_9" descr="Google Shape;119;g3b810230bb6_0_9"/>
          <p:cNvPicPr>
            <a:picLocks noChangeAspect="1"/>
          </p:cNvPicPr>
          <p:nvPr/>
        </p:nvPicPr>
        <p:blipFill>
          <a:blip r:embed="rId2"/>
          <a:stretch>
            <a:fillRect/>
          </a:stretch>
        </p:blipFill>
        <p:spPr>
          <a:xfrm>
            <a:off x="0" y="-9488"/>
            <a:ext cx="2005377" cy="1336601"/>
          </a:xfrm>
          <a:prstGeom prst="rect">
            <a:avLst/>
          </a:prstGeom>
          <a:ln w="12700">
            <a:miter lim="400000"/>
          </a:ln>
        </p:spPr>
      </p:pic>
      <p:sp>
        <p:nvSpPr>
          <p:cNvPr id="138" name="Google Shape;120;g3b810230bb6_0_9"/>
          <p:cNvSpPr txBox="1">
            <a:spLocks noGrp="1"/>
          </p:cNvSpPr>
          <p:nvPr>
            <p:ph type="title"/>
          </p:nvPr>
        </p:nvSpPr>
        <p:spPr>
          <a:xfrm>
            <a:off x="457200" y="619839"/>
            <a:ext cx="8229600" cy="1143001"/>
          </a:xfrm>
          <a:prstGeom prst="rect">
            <a:avLst/>
          </a:prstGeom>
        </p:spPr>
        <p:txBody>
          <a:bodyPr/>
          <a:lstStyle>
            <a:lvl1pPr>
              <a:defRPr sz="3600">
                <a:solidFill>
                  <a:srgbClr val="0B5394"/>
                </a:solidFill>
              </a:defRPr>
            </a:lvl1pPr>
          </a:lstStyle>
          <a:p>
            <a:r>
              <a:t>Role of Constraints in the Evaluation</a:t>
            </a:r>
          </a:p>
        </p:txBody>
      </p:sp>
    </p:spTree>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 name="Google Shape;125;g3b5f24bda46_0_50"/>
          <p:cNvSpPr txBox="1">
            <a:spLocks noGrp="1"/>
          </p:cNvSpPr>
          <p:nvPr>
            <p:ph type="body" idx="1"/>
          </p:nvPr>
        </p:nvSpPr>
        <p:spPr>
          <a:xfrm>
            <a:off x="457200" y="1761294"/>
            <a:ext cx="8229600" cy="4526101"/>
          </a:xfrm>
          <a:prstGeom prst="rect">
            <a:avLst/>
          </a:prstGeom>
        </p:spPr>
        <p:txBody>
          <a:bodyPr/>
          <a:lstStyle/>
          <a:p>
            <a:pPr marL="443484" indent="-361099" defTabSz="886968">
              <a:lnSpc>
                <a:spcPct val="92000"/>
              </a:lnSpc>
              <a:spcBef>
                <a:spcPts val="1100"/>
              </a:spcBef>
              <a:buSzPct val="100000"/>
              <a:buChar char="●"/>
              <a:defRPr sz="2134">
                <a:latin typeface="+mj-lt"/>
                <a:ea typeface="+mj-ea"/>
                <a:cs typeface="+mj-cs"/>
                <a:sym typeface="Arial"/>
              </a:defRPr>
            </a:pPr>
            <a:r>
              <a:t>Two datasets:</a:t>
            </a:r>
            <a:endParaRPr sz="8730"/>
          </a:p>
          <a:p>
            <a:pPr marL="886968" lvl="1" indent="-361099" defTabSz="886968">
              <a:lnSpc>
                <a:spcPct val="92000"/>
              </a:lnSpc>
              <a:spcBef>
                <a:spcPts val="0"/>
              </a:spcBef>
              <a:buSzPct val="100000"/>
              <a:buChar char="○"/>
              <a:defRPr sz="2134">
                <a:latin typeface="+mj-lt"/>
                <a:ea typeface="+mj-ea"/>
                <a:cs typeface="+mj-cs"/>
                <a:sym typeface="Arial"/>
              </a:defRPr>
            </a:pPr>
            <a:r>
              <a:t>Road Fines (RF)</a:t>
            </a:r>
            <a:endParaRPr sz="8730"/>
          </a:p>
          <a:p>
            <a:pPr marL="886968" lvl="1" indent="-361099" defTabSz="886968">
              <a:lnSpc>
                <a:spcPct val="92000"/>
              </a:lnSpc>
              <a:spcBef>
                <a:spcPts val="0"/>
              </a:spcBef>
              <a:buSzPct val="100000"/>
              <a:buChar char="○"/>
              <a:defRPr sz="2134">
                <a:latin typeface="+mj-lt"/>
                <a:ea typeface="+mj-ea"/>
                <a:cs typeface="+mj-cs"/>
                <a:sym typeface="Arial"/>
              </a:defRPr>
            </a:pPr>
            <a:r>
              <a:t>BPI-15</a:t>
            </a:r>
            <a:endParaRPr sz="8730"/>
          </a:p>
          <a:p>
            <a:pPr marL="443484" indent="-361099" defTabSz="886968">
              <a:lnSpc>
                <a:spcPct val="92000"/>
              </a:lnSpc>
              <a:spcBef>
                <a:spcPts val="0"/>
              </a:spcBef>
              <a:buSzPct val="100000"/>
              <a:buChar char="●"/>
              <a:defRPr sz="2134">
                <a:latin typeface="+mj-lt"/>
                <a:ea typeface="+mj-ea"/>
                <a:cs typeface="+mj-cs"/>
                <a:sym typeface="Arial"/>
              </a:defRPr>
            </a:pPr>
            <a:r>
              <a:t>Different constraint sizes:</a:t>
            </a:r>
            <a:endParaRPr sz="8730"/>
          </a:p>
          <a:p>
            <a:pPr marL="886968" lvl="1" indent="-361099" defTabSz="886968">
              <a:lnSpc>
                <a:spcPct val="92000"/>
              </a:lnSpc>
              <a:spcBef>
                <a:spcPts val="0"/>
              </a:spcBef>
              <a:buSzPct val="100000"/>
              <a:buChar char="○"/>
              <a:defRPr sz="2134">
                <a:latin typeface="+mj-lt"/>
                <a:ea typeface="+mj-ea"/>
                <a:cs typeface="+mj-cs"/>
                <a:sym typeface="Arial"/>
              </a:defRPr>
            </a:pPr>
            <a:r>
              <a:t>k = 2, 3, 4</a:t>
            </a:r>
            <a:endParaRPr sz="8730"/>
          </a:p>
          <a:p>
            <a:pPr marL="443484" indent="-361099" defTabSz="886968">
              <a:lnSpc>
                <a:spcPct val="92000"/>
              </a:lnSpc>
              <a:spcBef>
                <a:spcPts val="0"/>
              </a:spcBef>
              <a:buSzPct val="100000"/>
              <a:buChar char="●"/>
              <a:defRPr sz="2134">
                <a:latin typeface="+mj-lt"/>
                <a:ea typeface="+mj-ea"/>
                <a:cs typeface="+mj-cs"/>
                <a:sym typeface="Arial"/>
              </a:defRPr>
            </a:pPr>
            <a:r>
              <a:t>Two template sets:</a:t>
            </a:r>
            <a:endParaRPr sz="8730"/>
          </a:p>
          <a:p>
            <a:pPr marL="886968" lvl="1" indent="-361099" defTabSz="886968">
              <a:lnSpc>
                <a:spcPct val="92000"/>
              </a:lnSpc>
              <a:spcBef>
                <a:spcPts val="0"/>
              </a:spcBef>
              <a:buSzPct val="100000"/>
              <a:buChar char="○"/>
              <a:defRPr sz="2134">
                <a:latin typeface="+mj-lt"/>
                <a:ea typeface="+mj-ea"/>
                <a:cs typeface="+mj-cs"/>
                <a:sym typeface="Arial"/>
              </a:defRPr>
            </a:pPr>
            <a:r>
              <a:t>ALL templates</a:t>
            </a:r>
            <a:endParaRPr sz="8730"/>
          </a:p>
          <a:p>
            <a:pPr marL="886968" lvl="1" indent="-361099" defTabSz="886968">
              <a:lnSpc>
                <a:spcPct val="92000"/>
              </a:lnSpc>
              <a:spcBef>
                <a:spcPts val="0"/>
              </a:spcBef>
              <a:buSzPct val="100000"/>
              <a:buChar char="○"/>
              <a:defRPr sz="2134">
                <a:latin typeface="+mj-lt"/>
                <a:ea typeface="+mj-ea"/>
                <a:cs typeface="+mj-cs"/>
                <a:sym typeface="Arial"/>
              </a:defRPr>
            </a:pPr>
            <a:r>
              <a:t>Γ-invariant (SCALABLE) templates</a:t>
            </a:r>
            <a:endParaRPr sz="8730"/>
          </a:p>
          <a:p>
            <a:pPr marL="443484" indent="-361099" defTabSz="886968">
              <a:lnSpc>
                <a:spcPct val="92000"/>
              </a:lnSpc>
              <a:spcBef>
                <a:spcPts val="0"/>
              </a:spcBef>
              <a:buSzPct val="100000"/>
              <a:buChar char="●"/>
              <a:defRPr sz="2134" b="1">
                <a:latin typeface="+mj-lt"/>
                <a:ea typeface="+mj-ea"/>
                <a:cs typeface="+mj-cs"/>
                <a:sym typeface="Arial"/>
              </a:defRPr>
            </a:pPr>
            <a:r>
              <a:t>Paper evaluates:</a:t>
            </a:r>
            <a:endParaRPr sz="8730"/>
          </a:p>
          <a:p>
            <a:pPr marL="886968" lvl="1" indent="-361099" defTabSz="886968">
              <a:lnSpc>
                <a:spcPct val="92000"/>
              </a:lnSpc>
              <a:spcBef>
                <a:spcPts val="0"/>
              </a:spcBef>
              <a:buSzPct val="100000"/>
              <a:buChar char="○"/>
              <a:defRPr sz="2134">
                <a:latin typeface="+mj-lt"/>
                <a:ea typeface="+mj-ea"/>
                <a:cs typeface="+mj-cs"/>
                <a:sym typeface="Arial"/>
              </a:defRPr>
            </a:pPr>
            <a:r>
              <a:t>Runtime &amp; scalability (Table 4)</a:t>
            </a:r>
            <a:endParaRPr sz="8730"/>
          </a:p>
          <a:p>
            <a:pPr marL="886968" lvl="1" indent="-361099" defTabSz="886968">
              <a:lnSpc>
                <a:spcPct val="92000"/>
              </a:lnSpc>
              <a:spcBef>
                <a:spcPts val="0"/>
              </a:spcBef>
              <a:buSzPct val="100000"/>
              <a:buChar char="○"/>
              <a:defRPr sz="2134">
                <a:latin typeface="+mj-lt"/>
                <a:ea typeface="+mj-ea"/>
                <a:cs typeface="+mj-cs"/>
                <a:sym typeface="Arial"/>
              </a:defRPr>
            </a:pPr>
            <a:r>
              <a:t>Diagnostic quality (Table 5)</a:t>
            </a:r>
            <a:endParaRPr sz="8730"/>
          </a:p>
          <a:p>
            <a:pPr marL="0" indent="0" defTabSz="886968">
              <a:lnSpc>
                <a:spcPct val="80000"/>
              </a:lnSpc>
              <a:spcBef>
                <a:spcPts val="1100"/>
              </a:spcBef>
              <a:buSzTx/>
              <a:buNone/>
              <a:defRPr sz="776"/>
            </a:pPr>
            <a:endParaRPr sz="2328">
              <a:solidFill>
                <a:srgbClr val="0B5394"/>
              </a:solidFill>
            </a:endParaRPr>
          </a:p>
          <a:p>
            <a:pPr marL="0" indent="0" defTabSz="886968">
              <a:lnSpc>
                <a:spcPct val="80000"/>
              </a:lnSpc>
              <a:spcBef>
                <a:spcPts val="500"/>
              </a:spcBef>
              <a:buSzTx/>
              <a:buNone/>
              <a:defRPr sz="776"/>
            </a:pPr>
            <a:endParaRPr sz="2328">
              <a:solidFill>
                <a:srgbClr val="0B5394"/>
              </a:solidFill>
            </a:endParaRPr>
          </a:p>
          <a:p>
            <a:pPr marL="0" indent="443484" algn="r" defTabSz="886968">
              <a:lnSpc>
                <a:spcPct val="80000"/>
              </a:lnSpc>
              <a:spcBef>
                <a:spcPts val="500"/>
              </a:spcBef>
              <a:buSzTx/>
              <a:buNone/>
              <a:defRPr sz="1940">
                <a:solidFill>
                  <a:srgbClr val="0B5394"/>
                </a:solidFill>
              </a:defRPr>
            </a:pPr>
            <a:r>
              <a:t>Winter semester 2025 </a:t>
            </a:r>
          </a:p>
        </p:txBody>
      </p:sp>
      <p:pic>
        <p:nvPicPr>
          <p:cNvPr id="141" name="Google Shape;126;g3b5f24bda46_0_50" descr="Google Shape;126;g3b5f24bda46_0_50"/>
          <p:cNvPicPr>
            <a:picLocks noChangeAspect="1"/>
          </p:cNvPicPr>
          <p:nvPr/>
        </p:nvPicPr>
        <p:blipFill>
          <a:blip r:embed="rId2"/>
          <a:stretch>
            <a:fillRect/>
          </a:stretch>
        </p:blipFill>
        <p:spPr>
          <a:xfrm>
            <a:off x="0" y="-9488"/>
            <a:ext cx="2005377" cy="1336601"/>
          </a:xfrm>
          <a:prstGeom prst="rect">
            <a:avLst/>
          </a:prstGeom>
          <a:ln w="12700">
            <a:miter lim="400000"/>
          </a:ln>
        </p:spPr>
      </p:pic>
      <p:sp>
        <p:nvSpPr>
          <p:cNvPr id="142" name="Google Shape;127;g3b5f24bda46_0_50"/>
          <p:cNvSpPr txBox="1">
            <a:spLocks noGrp="1"/>
          </p:cNvSpPr>
          <p:nvPr>
            <p:ph type="title"/>
          </p:nvPr>
        </p:nvSpPr>
        <p:spPr>
          <a:xfrm>
            <a:off x="457200" y="619839"/>
            <a:ext cx="8229600" cy="1143001"/>
          </a:xfrm>
          <a:prstGeom prst="rect">
            <a:avLst/>
          </a:prstGeom>
        </p:spPr>
        <p:txBody>
          <a:bodyPr/>
          <a:lstStyle>
            <a:lvl1pPr>
              <a:defRPr sz="3600">
                <a:solidFill>
                  <a:srgbClr val="0B5394"/>
                </a:solidFill>
              </a:defRPr>
            </a:lvl1pPr>
          </a:lstStyle>
          <a:p>
            <a:r>
              <a:t>Evaluation Setup in the Paper</a:t>
            </a:r>
          </a:p>
        </p:txBody>
      </p:sp>
    </p:spTree>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4" name="Google Shape;132;g3b5f24bda46_0_83"/>
          <p:cNvSpPr txBox="1">
            <a:spLocks noGrp="1"/>
          </p:cNvSpPr>
          <p:nvPr>
            <p:ph type="body" idx="1"/>
          </p:nvPr>
        </p:nvSpPr>
        <p:spPr>
          <a:xfrm>
            <a:off x="457200" y="1761294"/>
            <a:ext cx="8229600" cy="4526101"/>
          </a:xfrm>
          <a:prstGeom prst="rect">
            <a:avLst/>
          </a:prstGeom>
        </p:spPr>
        <p:txBody>
          <a:bodyPr/>
          <a:lstStyle/>
          <a:p>
            <a:pPr marL="0" indent="0" defTabSz="786384">
              <a:lnSpc>
                <a:spcPct val="92000"/>
              </a:lnSpc>
              <a:spcBef>
                <a:spcPts val="1000"/>
              </a:spcBef>
              <a:buSzTx/>
              <a:buNone/>
              <a:defRPr sz="1806" b="1">
                <a:latin typeface="+mj-lt"/>
                <a:ea typeface="+mj-ea"/>
                <a:cs typeface="+mj-cs"/>
                <a:sym typeface="Arial"/>
              </a:defRPr>
            </a:pPr>
            <a:r>
              <a:t>What the authors provided</a:t>
            </a:r>
            <a:endParaRPr sz="7310"/>
          </a:p>
          <a:p>
            <a:pPr marL="393192" indent="-312911" defTabSz="786384">
              <a:lnSpc>
                <a:spcPct val="92000"/>
              </a:lnSpc>
              <a:spcBef>
                <a:spcPts val="1000"/>
              </a:spcBef>
              <a:buSzPct val="100000"/>
              <a:buChar char="●"/>
              <a:defRPr sz="1806">
                <a:latin typeface="+mj-lt"/>
                <a:ea typeface="+mj-ea"/>
                <a:cs typeface="+mj-cs"/>
                <a:sym typeface="Arial"/>
              </a:defRPr>
            </a:pPr>
            <a:r>
              <a:t>Executable Python implementation</a:t>
            </a:r>
            <a:endParaRPr sz="7310"/>
          </a:p>
          <a:p>
            <a:pPr marL="393192" indent="-312911" defTabSz="786384">
              <a:lnSpc>
                <a:spcPct val="92000"/>
              </a:lnSpc>
              <a:spcBef>
                <a:spcPts val="0"/>
              </a:spcBef>
              <a:buSzPct val="100000"/>
              <a:buChar char="●"/>
              <a:defRPr sz="1806">
                <a:latin typeface="+mj-lt"/>
                <a:ea typeface="+mj-ea"/>
                <a:cs typeface="+mj-cs"/>
                <a:sym typeface="Arial"/>
              </a:defRPr>
            </a:pPr>
            <a:r>
              <a:t>Event logs and constraint libraries in JSON format</a:t>
            </a:r>
            <a:endParaRPr sz="7310"/>
          </a:p>
          <a:p>
            <a:pPr marL="0" indent="0" defTabSz="786384">
              <a:lnSpc>
                <a:spcPct val="92000"/>
              </a:lnSpc>
              <a:spcBef>
                <a:spcPts val="1000"/>
              </a:spcBef>
              <a:buSzTx/>
              <a:buNone/>
              <a:defRPr sz="1806" b="1">
                <a:latin typeface="+mj-lt"/>
                <a:ea typeface="+mj-ea"/>
                <a:cs typeface="+mj-cs"/>
                <a:sym typeface="Arial"/>
              </a:defRPr>
            </a:pPr>
            <a:r>
              <a:t>How we replicated the experiments</a:t>
            </a:r>
            <a:endParaRPr sz="7310"/>
          </a:p>
          <a:p>
            <a:pPr marL="393192" indent="-312911" defTabSz="786384">
              <a:lnSpc>
                <a:spcPct val="92000"/>
              </a:lnSpc>
              <a:spcBef>
                <a:spcPts val="1000"/>
              </a:spcBef>
              <a:buSzPct val="100000"/>
              <a:buChar char="●"/>
              <a:defRPr sz="1806">
                <a:latin typeface="+mj-lt"/>
                <a:ea typeface="+mj-ea"/>
                <a:cs typeface="+mj-cs"/>
                <a:sym typeface="Arial"/>
              </a:defRPr>
            </a:pPr>
            <a:r>
              <a:t>Used the same datasets and template repositories</a:t>
            </a:r>
            <a:endParaRPr sz="7310"/>
          </a:p>
          <a:p>
            <a:pPr marL="393192" indent="-312911" defTabSz="786384">
              <a:lnSpc>
                <a:spcPct val="92000"/>
              </a:lnSpc>
              <a:spcBef>
                <a:spcPts val="0"/>
              </a:spcBef>
              <a:buSzPct val="100000"/>
              <a:buChar char="●"/>
              <a:defRPr sz="1806">
                <a:latin typeface="+mj-lt"/>
                <a:ea typeface="+mj-ea"/>
                <a:cs typeface="+mj-cs"/>
                <a:sym typeface="Arial"/>
              </a:defRPr>
            </a:pPr>
            <a:r>
              <a:t>Ran the experiments for k = 2, 3, and 4</a:t>
            </a:r>
            <a:endParaRPr sz="7310"/>
          </a:p>
          <a:p>
            <a:pPr marL="393192" indent="-312911" defTabSz="786384">
              <a:lnSpc>
                <a:spcPct val="92000"/>
              </a:lnSpc>
              <a:spcBef>
                <a:spcPts val="0"/>
              </a:spcBef>
              <a:buSzPct val="100000"/>
              <a:buChar char="●"/>
              <a:defRPr sz="1806">
                <a:latin typeface="+mj-lt"/>
                <a:ea typeface="+mj-ea"/>
                <a:cs typeface="+mj-cs"/>
                <a:sym typeface="Arial"/>
              </a:defRPr>
            </a:pPr>
            <a:r>
              <a:t>Collected both performance and diagnostic outputs</a:t>
            </a:r>
            <a:endParaRPr sz="7310"/>
          </a:p>
          <a:p>
            <a:pPr marL="0" indent="0" defTabSz="786384">
              <a:lnSpc>
                <a:spcPct val="92000"/>
              </a:lnSpc>
              <a:spcBef>
                <a:spcPts val="1000"/>
              </a:spcBef>
              <a:buSzTx/>
              <a:buNone/>
              <a:defRPr sz="1806" b="1">
                <a:latin typeface="+mj-lt"/>
                <a:ea typeface="+mj-ea"/>
                <a:cs typeface="+mj-cs"/>
                <a:sym typeface="Arial"/>
              </a:defRPr>
            </a:pPr>
            <a:r>
              <a:t>Main challenges</a:t>
            </a:r>
            <a:endParaRPr sz="7310"/>
          </a:p>
          <a:p>
            <a:pPr marL="393192" indent="-312911" defTabSz="786384">
              <a:lnSpc>
                <a:spcPct val="92000"/>
              </a:lnSpc>
              <a:spcBef>
                <a:spcPts val="1000"/>
              </a:spcBef>
              <a:buSzPct val="100000"/>
              <a:buChar char="●"/>
              <a:defRPr sz="1806">
                <a:latin typeface="+mj-lt"/>
                <a:ea typeface="+mj-ea"/>
                <a:cs typeface="+mj-cs"/>
                <a:sym typeface="Arial"/>
              </a:defRPr>
            </a:pPr>
            <a:r>
              <a:t>Experiments become very slow for larger k</a:t>
            </a:r>
            <a:endParaRPr sz="7310"/>
          </a:p>
          <a:p>
            <a:pPr marL="393192" indent="-312911" defTabSz="786384">
              <a:lnSpc>
                <a:spcPct val="92000"/>
              </a:lnSpc>
              <a:spcBef>
                <a:spcPts val="0"/>
              </a:spcBef>
              <a:buSzPct val="100000"/>
              <a:buChar char="●"/>
              <a:defRPr sz="1806">
                <a:latin typeface="+mj-lt"/>
                <a:ea typeface="+mj-ea"/>
                <a:cs typeface="+mj-cs"/>
                <a:sym typeface="Arial"/>
              </a:defRPr>
            </a:pPr>
            <a:r>
              <a:t>High memory and computation cost</a:t>
            </a:r>
            <a:endParaRPr sz="7310"/>
          </a:p>
          <a:p>
            <a:pPr marL="393192" indent="-312911" defTabSz="786384">
              <a:lnSpc>
                <a:spcPct val="92000"/>
              </a:lnSpc>
              <a:spcBef>
                <a:spcPts val="0"/>
              </a:spcBef>
              <a:buSzPct val="100000"/>
              <a:buChar char="●"/>
              <a:defRPr sz="1806">
                <a:latin typeface="+mj-lt"/>
                <a:ea typeface="+mj-ea"/>
                <a:cs typeface="+mj-cs"/>
                <a:sym typeface="Arial"/>
              </a:defRPr>
            </a:pPr>
            <a:r>
              <a:t>Careful setup was needed to avoid re-running expensive steps</a:t>
            </a:r>
            <a:endParaRPr sz="14104"/>
          </a:p>
          <a:p>
            <a:pPr marL="0" indent="0" defTabSz="786384">
              <a:lnSpc>
                <a:spcPct val="80000"/>
              </a:lnSpc>
              <a:spcBef>
                <a:spcPts val="1000"/>
              </a:spcBef>
              <a:buSzTx/>
              <a:buNone/>
              <a:defRPr sz="688"/>
            </a:pPr>
            <a:endParaRPr sz="2064">
              <a:solidFill>
                <a:srgbClr val="0B5394"/>
              </a:solidFill>
            </a:endParaRPr>
          </a:p>
          <a:p>
            <a:pPr marL="0" indent="0" defTabSz="786384">
              <a:lnSpc>
                <a:spcPct val="80000"/>
              </a:lnSpc>
              <a:spcBef>
                <a:spcPts val="500"/>
              </a:spcBef>
              <a:buSzTx/>
              <a:buNone/>
              <a:defRPr sz="688"/>
            </a:pPr>
            <a:endParaRPr sz="2064">
              <a:solidFill>
                <a:srgbClr val="0B5394"/>
              </a:solidFill>
            </a:endParaRPr>
          </a:p>
          <a:p>
            <a:pPr marL="0" indent="393192" algn="r" defTabSz="786384">
              <a:lnSpc>
                <a:spcPct val="80000"/>
              </a:lnSpc>
              <a:spcBef>
                <a:spcPts val="500"/>
              </a:spcBef>
              <a:buSzTx/>
              <a:buNone/>
              <a:defRPr sz="1720">
                <a:solidFill>
                  <a:srgbClr val="0B5394"/>
                </a:solidFill>
              </a:defRPr>
            </a:pPr>
            <a:r>
              <a:t>Winter semester 2025 </a:t>
            </a:r>
          </a:p>
        </p:txBody>
      </p:sp>
      <p:pic>
        <p:nvPicPr>
          <p:cNvPr id="145" name="Google Shape;133;g3b5f24bda46_0_83" descr="Google Shape;133;g3b5f24bda46_0_83"/>
          <p:cNvPicPr>
            <a:picLocks noChangeAspect="1"/>
          </p:cNvPicPr>
          <p:nvPr/>
        </p:nvPicPr>
        <p:blipFill>
          <a:blip r:embed="rId2"/>
          <a:stretch>
            <a:fillRect/>
          </a:stretch>
        </p:blipFill>
        <p:spPr>
          <a:xfrm>
            <a:off x="0" y="-9488"/>
            <a:ext cx="2005377" cy="1336601"/>
          </a:xfrm>
          <a:prstGeom prst="rect">
            <a:avLst/>
          </a:prstGeom>
          <a:ln w="12700">
            <a:miter lim="400000"/>
          </a:ln>
        </p:spPr>
      </p:pic>
      <p:sp>
        <p:nvSpPr>
          <p:cNvPr id="146" name="Google Shape;134;g3b5f24bda46_0_83"/>
          <p:cNvSpPr txBox="1">
            <a:spLocks noGrp="1"/>
          </p:cNvSpPr>
          <p:nvPr>
            <p:ph type="title"/>
          </p:nvPr>
        </p:nvSpPr>
        <p:spPr>
          <a:xfrm>
            <a:off x="457200" y="619839"/>
            <a:ext cx="8229600" cy="1143001"/>
          </a:xfrm>
          <a:prstGeom prst="rect">
            <a:avLst/>
          </a:prstGeom>
        </p:spPr>
        <p:txBody>
          <a:bodyPr/>
          <a:lstStyle>
            <a:lvl1pPr>
              <a:defRPr sz="3600">
                <a:solidFill>
                  <a:srgbClr val="0B5394"/>
                </a:solidFill>
              </a:defRPr>
            </a:lvl1pPr>
          </a:lstStyle>
          <a:p>
            <a:r>
              <a:t>Replication Setup &amp; Experience</a:t>
            </a:r>
          </a:p>
        </p:txBody>
      </p:sp>
    </p:spTree>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 name="Google Shape;139;g3b5f24bda46_0_99"/>
          <p:cNvSpPr txBox="1">
            <a:spLocks noGrp="1"/>
          </p:cNvSpPr>
          <p:nvPr>
            <p:ph type="body" idx="1"/>
          </p:nvPr>
        </p:nvSpPr>
        <p:spPr>
          <a:xfrm>
            <a:off x="457200" y="1761294"/>
            <a:ext cx="8229600" cy="4526101"/>
          </a:xfrm>
          <a:prstGeom prst="rect">
            <a:avLst/>
          </a:prstGeom>
        </p:spPr>
        <p:txBody>
          <a:bodyPr>
            <a:normAutofit lnSpcReduction="10000"/>
          </a:bodyPr>
          <a:lstStyle/>
          <a:p>
            <a:pPr marL="187452" indent="-157836" defTabSz="374904">
              <a:lnSpc>
                <a:spcPct val="92000"/>
              </a:lnSpc>
              <a:spcBef>
                <a:spcPts val="0"/>
              </a:spcBef>
              <a:buSzPct val="100000"/>
              <a:buChar char="●"/>
              <a:defRPr sz="984">
                <a:latin typeface="+mj-lt"/>
                <a:ea typeface="+mj-ea"/>
                <a:cs typeface="+mj-cs"/>
                <a:sym typeface="Arial"/>
              </a:defRPr>
            </a:pPr>
            <a:r>
              <a:t>As k increases:</a:t>
            </a:r>
            <a:endParaRPr sz="4018"/>
          </a:p>
          <a:p>
            <a:pPr marL="374904" lvl="1" indent="-157836" defTabSz="374904">
              <a:lnSpc>
                <a:spcPct val="92000"/>
              </a:lnSpc>
              <a:spcBef>
                <a:spcPts val="0"/>
              </a:spcBef>
              <a:buSzPct val="100000"/>
              <a:buChar char="○"/>
              <a:defRPr sz="984">
                <a:latin typeface="+mj-lt"/>
                <a:ea typeface="+mj-ea"/>
                <a:cs typeface="+mj-cs"/>
                <a:sym typeface="Arial"/>
              </a:defRPr>
            </a:pPr>
            <a:r>
              <a:t>Number of constraints increases rapidly</a:t>
            </a:r>
            <a:endParaRPr sz="4018"/>
          </a:p>
          <a:p>
            <a:pPr marL="374904" lvl="1" indent="-157836" defTabSz="374904">
              <a:lnSpc>
                <a:spcPct val="92000"/>
              </a:lnSpc>
              <a:spcBef>
                <a:spcPts val="0"/>
              </a:spcBef>
              <a:buSzPct val="100000"/>
              <a:buChar char="○"/>
              <a:defRPr sz="984">
                <a:latin typeface="+mj-lt"/>
                <a:ea typeface="+mj-ea"/>
                <a:cs typeface="+mj-cs"/>
                <a:sym typeface="Arial"/>
              </a:defRPr>
            </a:pPr>
            <a:r>
              <a:t>Runtime increases strongly</a:t>
            </a:r>
            <a:endParaRPr sz="4018"/>
          </a:p>
          <a:p>
            <a:pPr marL="187452" indent="-157836" defTabSz="374904">
              <a:lnSpc>
                <a:spcPct val="92000"/>
              </a:lnSpc>
              <a:spcBef>
                <a:spcPts val="0"/>
              </a:spcBef>
              <a:buSzPct val="100000"/>
              <a:buChar char="●"/>
              <a:defRPr sz="984">
                <a:latin typeface="+mj-lt"/>
                <a:ea typeface="+mj-ea"/>
                <a:cs typeface="+mj-cs"/>
                <a:sym typeface="Arial"/>
              </a:defRPr>
            </a:pPr>
            <a:r>
              <a:t>Γ-invariant templates:</a:t>
            </a:r>
            <a:endParaRPr sz="4018"/>
          </a:p>
          <a:p>
            <a:pPr marL="374904" lvl="1" indent="-157836" defTabSz="374904">
              <a:lnSpc>
                <a:spcPct val="92000"/>
              </a:lnSpc>
              <a:spcBef>
                <a:spcPts val="0"/>
              </a:spcBef>
              <a:buSzPct val="100000"/>
              <a:buChar char="○"/>
              <a:defRPr sz="984">
                <a:latin typeface="+mj-lt"/>
                <a:ea typeface="+mj-ea"/>
                <a:cs typeface="+mj-cs"/>
                <a:sym typeface="Arial"/>
              </a:defRPr>
            </a:pPr>
            <a:r>
              <a:t>Much faster</a:t>
            </a:r>
            <a:endParaRPr sz="4018"/>
          </a:p>
          <a:p>
            <a:pPr marL="374904" lvl="1" indent="-157836" defTabSz="374904">
              <a:lnSpc>
                <a:spcPct val="92000"/>
              </a:lnSpc>
              <a:spcBef>
                <a:spcPts val="0"/>
              </a:spcBef>
              <a:buSzPct val="100000"/>
              <a:buChar char="○"/>
              <a:defRPr sz="984">
                <a:latin typeface="+mj-lt"/>
                <a:ea typeface="+mj-ea"/>
                <a:cs typeface="+mj-cs"/>
                <a:sym typeface="Arial"/>
              </a:defRPr>
            </a:pPr>
            <a:r>
              <a:t>Much fewer constraints</a:t>
            </a:r>
            <a:endParaRPr sz="4346"/>
          </a:p>
          <a:p>
            <a:pPr marL="0" indent="0" defTabSz="374904">
              <a:lnSpc>
                <a:spcPct val="92000"/>
              </a:lnSpc>
              <a:spcBef>
                <a:spcPts val="0"/>
              </a:spcBef>
              <a:buSzTx/>
              <a:buNone/>
              <a:defRPr sz="328"/>
            </a:pPr>
            <a:endParaRPr sz="2706">
              <a:latin typeface="+mj-lt"/>
              <a:ea typeface="+mj-ea"/>
              <a:cs typeface="+mj-cs"/>
              <a:sym typeface="Arial"/>
            </a:endParaRPr>
          </a:p>
          <a:p>
            <a:pPr marL="0" indent="187452" defTabSz="374904">
              <a:lnSpc>
                <a:spcPct val="92000"/>
              </a:lnSpc>
              <a:spcBef>
                <a:spcPts val="0"/>
              </a:spcBef>
              <a:buSzTx/>
              <a:buNone/>
              <a:defRPr sz="328"/>
            </a:pPr>
            <a:endParaRPr sz="2870">
              <a:latin typeface="+mj-lt"/>
              <a:ea typeface="+mj-ea"/>
              <a:cs typeface="+mj-cs"/>
              <a:sym typeface="Arial"/>
            </a:endParaRPr>
          </a:p>
          <a:p>
            <a:pPr marL="0" indent="187452" defTabSz="374904">
              <a:lnSpc>
                <a:spcPct val="92000"/>
              </a:lnSpc>
              <a:spcBef>
                <a:spcPts val="0"/>
              </a:spcBef>
              <a:buSzTx/>
              <a:buNone/>
              <a:defRPr sz="328"/>
            </a:pPr>
            <a:endParaRPr sz="3690">
              <a:latin typeface="+mj-lt"/>
              <a:ea typeface="+mj-ea"/>
              <a:cs typeface="+mj-cs"/>
              <a:sym typeface="Arial"/>
            </a:endParaRPr>
          </a:p>
          <a:p>
            <a:pPr marL="0" indent="187452" defTabSz="374904">
              <a:lnSpc>
                <a:spcPct val="92000"/>
              </a:lnSpc>
              <a:spcBef>
                <a:spcPts val="0"/>
              </a:spcBef>
              <a:buSzTx/>
              <a:buNone/>
              <a:defRPr sz="328"/>
            </a:pPr>
            <a:endParaRPr sz="3690">
              <a:latin typeface="+mj-lt"/>
              <a:ea typeface="+mj-ea"/>
              <a:cs typeface="+mj-cs"/>
              <a:sym typeface="Arial"/>
            </a:endParaRPr>
          </a:p>
          <a:p>
            <a:pPr marL="0" indent="187452" defTabSz="374904">
              <a:lnSpc>
                <a:spcPct val="92000"/>
              </a:lnSpc>
              <a:spcBef>
                <a:spcPts val="0"/>
              </a:spcBef>
              <a:buSzTx/>
              <a:buNone/>
              <a:defRPr sz="328"/>
            </a:pPr>
            <a:endParaRPr sz="3690">
              <a:latin typeface="+mj-lt"/>
              <a:ea typeface="+mj-ea"/>
              <a:cs typeface="+mj-cs"/>
              <a:sym typeface="Arial"/>
            </a:endParaRPr>
          </a:p>
          <a:p>
            <a:pPr marL="0" indent="187452" defTabSz="374904">
              <a:lnSpc>
                <a:spcPct val="92000"/>
              </a:lnSpc>
              <a:spcBef>
                <a:spcPts val="0"/>
              </a:spcBef>
              <a:buSzTx/>
              <a:buNone/>
              <a:defRPr sz="328"/>
            </a:pPr>
            <a:endParaRPr sz="3690">
              <a:latin typeface="+mj-lt"/>
              <a:ea typeface="+mj-ea"/>
              <a:cs typeface="+mj-cs"/>
              <a:sym typeface="Arial"/>
            </a:endParaRPr>
          </a:p>
          <a:p>
            <a:pPr marL="0" indent="187452" defTabSz="374904">
              <a:lnSpc>
                <a:spcPct val="92000"/>
              </a:lnSpc>
              <a:spcBef>
                <a:spcPts val="0"/>
              </a:spcBef>
              <a:buSzTx/>
              <a:buNone/>
              <a:defRPr sz="328"/>
            </a:pPr>
            <a:endParaRPr sz="3690">
              <a:latin typeface="+mj-lt"/>
              <a:ea typeface="+mj-ea"/>
              <a:cs typeface="+mj-cs"/>
              <a:sym typeface="Arial"/>
            </a:endParaRPr>
          </a:p>
          <a:p>
            <a:pPr marL="0" indent="0" defTabSz="374904">
              <a:lnSpc>
                <a:spcPct val="80000"/>
              </a:lnSpc>
              <a:spcBef>
                <a:spcPts val="200"/>
              </a:spcBef>
              <a:buSzTx/>
              <a:buNone/>
              <a:defRPr sz="328"/>
            </a:pPr>
            <a:endParaRPr sz="984">
              <a:solidFill>
                <a:srgbClr val="0B5394"/>
              </a:solidFill>
            </a:endParaRPr>
          </a:p>
          <a:p>
            <a:pPr marL="0" indent="0" defTabSz="374904">
              <a:lnSpc>
                <a:spcPct val="80000"/>
              </a:lnSpc>
              <a:spcBef>
                <a:spcPts val="200"/>
              </a:spcBef>
              <a:buSzTx/>
              <a:buNone/>
              <a:defRPr sz="328"/>
            </a:pPr>
            <a:endParaRPr sz="984">
              <a:solidFill>
                <a:srgbClr val="0B5394"/>
              </a:solidFill>
            </a:endParaRPr>
          </a:p>
          <a:p>
            <a:pPr marL="0" indent="187452" algn="r" defTabSz="374904">
              <a:lnSpc>
                <a:spcPct val="80000"/>
              </a:lnSpc>
              <a:spcBef>
                <a:spcPts val="200"/>
              </a:spcBef>
              <a:buSzTx/>
              <a:buNone/>
              <a:defRPr sz="820">
                <a:solidFill>
                  <a:srgbClr val="0B5394"/>
                </a:solidFill>
              </a:defRPr>
            </a:pPr>
            <a:r>
              <a:t>Winter semester 2025 </a:t>
            </a:r>
          </a:p>
        </p:txBody>
      </p:sp>
      <p:pic>
        <p:nvPicPr>
          <p:cNvPr id="149" name="Google Shape;140;g3b5f24bda46_0_99" descr="Google Shape;140;g3b5f24bda46_0_99"/>
          <p:cNvPicPr>
            <a:picLocks noChangeAspect="1"/>
          </p:cNvPicPr>
          <p:nvPr/>
        </p:nvPicPr>
        <p:blipFill>
          <a:blip r:embed="rId3"/>
          <a:stretch>
            <a:fillRect/>
          </a:stretch>
        </p:blipFill>
        <p:spPr>
          <a:xfrm>
            <a:off x="0" y="-9488"/>
            <a:ext cx="2005377" cy="1336601"/>
          </a:xfrm>
          <a:prstGeom prst="rect">
            <a:avLst/>
          </a:prstGeom>
          <a:ln w="12700">
            <a:miter lim="400000"/>
          </a:ln>
        </p:spPr>
      </p:pic>
      <p:sp>
        <p:nvSpPr>
          <p:cNvPr id="150" name="Google Shape;141;g3b5f24bda46_0_99"/>
          <p:cNvSpPr txBox="1">
            <a:spLocks noGrp="1"/>
          </p:cNvSpPr>
          <p:nvPr>
            <p:ph type="title"/>
          </p:nvPr>
        </p:nvSpPr>
        <p:spPr>
          <a:xfrm>
            <a:off x="457200" y="619839"/>
            <a:ext cx="8229600" cy="1143001"/>
          </a:xfrm>
          <a:prstGeom prst="rect">
            <a:avLst/>
          </a:prstGeom>
        </p:spPr>
        <p:txBody>
          <a:bodyPr/>
          <a:lstStyle>
            <a:lvl1pPr>
              <a:defRPr sz="3600">
                <a:solidFill>
                  <a:srgbClr val="0B5394"/>
                </a:solidFill>
              </a:defRPr>
            </a:lvl1pPr>
          </a:lstStyle>
          <a:p>
            <a:r>
              <a:t>Replication Results (Table 4)</a:t>
            </a:r>
          </a:p>
        </p:txBody>
      </p:sp>
      <p:pic>
        <p:nvPicPr>
          <p:cNvPr id="151" name="Google Shape;142;g3b5f24bda46_0_99" descr="Google Shape;142;g3b5f24bda46_0_99"/>
          <p:cNvPicPr>
            <a:picLocks noChangeAspect="1"/>
          </p:cNvPicPr>
          <p:nvPr/>
        </p:nvPicPr>
        <p:blipFill>
          <a:blip r:embed="rId4"/>
          <a:stretch>
            <a:fillRect/>
          </a:stretch>
        </p:blipFill>
        <p:spPr>
          <a:xfrm>
            <a:off x="-23019" y="4098435"/>
            <a:ext cx="9144001" cy="2297262"/>
          </a:xfrm>
          <a:prstGeom prst="rect">
            <a:avLst/>
          </a:prstGeom>
          <a:ln w="12700">
            <a:miter lim="400000"/>
          </a:ln>
        </p:spPr>
      </p:pic>
    </p:spTree>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5" name="Google Shape;147;g3b5f24bda46_0_108"/>
          <p:cNvSpPr txBox="1">
            <a:spLocks noGrp="1"/>
          </p:cNvSpPr>
          <p:nvPr>
            <p:ph type="body" idx="1"/>
          </p:nvPr>
        </p:nvSpPr>
        <p:spPr>
          <a:xfrm>
            <a:off x="457200" y="1761294"/>
            <a:ext cx="8229600" cy="4526101"/>
          </a:xfrm>
          <a:prstGeom prst="rect">
            <a:avLst/>
          </a:prstGeom>
        </p:spPr>
        <p:txBody>
          <a:bodyPr>
            <a:normAutofit lnSpcReduction="10000"/>
          </a:bodyPr>
          <a:lstStyle/>
          <a:p>
            <a:pPr marL="182880" indent="-153987" defTabSz="365760">
              <a:lnSpc>
                <a:spcPct val="92000"/>
              </a:lnSpc>
              <a:spcBef>
                <a:spcPts val="0"/>
              </a:spcBef>
              <a:buSzPct val="100000"/>
              <a:buChar char="●"/>
              <a:defRPr sz="960">
                <a:latin typeface="+mj-lt"/>
                <a:ea typeface="+mj-ea"/>
                <a:cs typeface="+mj-cs"/>
                <a:sym typeface="Arial"/>
              </a:defRPr>
            </a:pPr>
            <a:r>
              <a:rPr dirty="0"/>
              <a:t>Diagnostic behavior matches the paper</a:t>
            </a:r>
            <a:endParaRPr sz="3920" dirty="0"/>
          </a:p>
          <a:p>
            <a:pPr marL="182880" indent="-153987" defTabSz="365760">
              <a:lnSpc>
                <a:spcPct val="92000"/>
              </a:lnSpc>
              <a:spcBef>
                <a:spcPts val="0"/>
              </a:spcBef>
              <a:buSzPct val="100000"/>
              <a:buChar char="●"/>
              <a:defRPr sz="960">
                <a:latin typeface="+mj-lt"/>
                <a:ea typeface="+mj-ea"/>
                <a:cs typeface="+mj-cs"/>
                <a:sym typeface="Arial"/>
              </a:defRPr>
            </a:pPr>
            <a:r>
              <a:rPr dirty="0"/>
              <a:t>More constraints → richer explanations</a:t>
            </a:r>
            <a:endParaRPr sz="3920" dirty="0"/>
          </a:p>
          <a:p>
            <a:pPr marL="182880" indent="-153987" defTabSz="365760">
              <a:lnSpc>
                <a:spcPct val="92000"/>
              </a:lnSpc>
              <a:spcBef>
                <a:spcPts val="0"/>
              </a:spcBef>
              <a:buSzPct val="100000"/>
              <a:buChar char="●"/>
              <a:defRPr sz="960">
                <a:latin typeface="+mj-lt"/>
                <a:ea typeface="+mj-ea"/>
                <a:cs typeface="+mj-cs"/>
                <a:sym typeface="Arial"/>
              </a:defRPr>
            </a:pPr>
            <a:r>
              <a:rPr dirty="0"/>
              <a:t>Γ-invariant templates:</a:t>
            </a:r>
            <a:endParaRPr sz="3920" dirty="0"/>
          </a:p>
          <a:p>
            <a:pPr marL="365760" lvl="1" indent="-153987" defTabSz="365760">
              <a:lnSpc>
                <a:spcPct val="92000"/>
              </a:lnSpc>
              <a:spcBef>
                <a:spcPts val="0"/>
              </a:spcBef>
              <a:buSzPct val="100000"/>
              <a:buChar char="○"/>
              <a:defRPr sz="960">
                <a:latin typeface="+mj-lt"/>
                <a:ea typeface="+mj-ea"/>
                <a:cs typeface="+mj-cs"/>
                <a:sym typeface="Arial"/>
              </a:defRPr>
            </a:pPr>
            <a:r>
              <a:rPr dirty="0"/>
              <a:t>Slightly fewer explanations</a:t>
            </a:r>
            <a:endParaRPr sz="3920" dirty="0"/>
          </a:p>
          <a:p>
            <a:pPr marL="365760" lvl="1" indent="-153987" defTabSz="365760">
              <a:lnSpc>
                <a:spcPct val="92000"/>
              </a:lnSpc>
              <a:spcBef>
                <a:spcPts val="0"/>
              </a:spcBef>
              <a:buSzPct val="100000"/>
              <a:buChar char="○"/>
              <a:defRPr sz="960">
                <a:latin typeface="+mj-lt"/>
                <a:ea typeface="+mj-ea"/>
                <a:cs typeface="+mj-cs"/>
                <a:sym typeface="Arial"/>
              </a:defRPr>
            </a:pPr>
            <a:r>
              <a:rPr dirty="0"/>
              <a:t>Still good diagnostic quality</a:t>
            </a:r>
            <a:endParaRPr sz="3920" dirty="0"/>
          </a:p>
          <a:p>
            <a:pPr marL="0" indent="0" defTabSz="365760">
              <a:lnSpc>
                <a:spcPct val="92000"/>
              </a:lnSpc>
              <a:spcBef>
                <a:spcPts val="0"/>
              </a:spcBef>
              <a:buSzTx/>
              <a:buNone/>
              <a:defRPr sz="320"/>
            </a:pPr>
            <a:endParaRPr sz="2640" dirty="0">
              <a:latin typeface="+mj-lt"/>
              <a:ea typeface="+mj-ea"/>
              <a:cs typeface="+mj-cs"/>
              <a:sym typeface="Arial"/>
            </a:endParaRPr>
          </a:p>
          <a:p>
            <a:pPr marL="0" indent="182880" defTabSz="365760">
              <a:lnSpc>
                <a:spcPct val="92000"/>
              </a:lnSpc>
              <a:spcBef>
                <a:spcPts val="0"/>
              </a:spcBef>
              <a:buSzTx/>
              <a:buNone/>
              <a:defRPr sz="320"/>
            </a:pPr>
            <a:endParaRPr sz="2800" dirty="0">
              <a:latin typeface="+mj-lt"/>
              <a:ea typeface="+mj-ea"/>
              <a:cs typeface="+mj-cs"/>
              <a:sym typeface="Arial"/>
            </a:endParaRPr>
          </a:p>
          <a:p>
            <a:pPr marL="0" indent="182880" defTabSz="365760">
              <a:lnSpc>
                <a:spcPct val="92000"/>
              </a:lnSpc>
              <a:spcBef>
                <a:spcPts val="0"/>
              </a:spcBef>
              <a:buSzTx/>
              <a:buNone/>
              <a:defRPr sz="320"/>
            </a:pPr>
            <a:endParaRPr sz="2800" dirty="0">
              <a:latin typeface="+mj-lt"/>
              <a:ea typeface="+mj-ea"/>
              <a:cs typeface="+mj-cs"/>
              <a:sym typeface="Arial"/>
            </a:endParaRPr>
          </a:p>
          <a:p>
            <a:pPr marL="0" indent="182880" defTabSz="365760">
              <a:lnSpc>
                <a:spcPct val="92000"/>
              </a:lnSpc>
              <a:spcBef>
                <a:spcPts val="0"/>
              </a:spcBef>
              <a:buSzTx/>
              <a:buNone/>
              <a:defRPr sz="320"/>
            </a:pPr>
            <a:endParaRPr sz="3600" dirty="0">
              <a:latin typeface="+mj-lt"/>
              <a:ea typeface="+mj-ea"/>
              <a:cs typeface="+mj-cs"/>
              <a:sym typeface="Arial"/>
            </a:endParaRPr>
          </a:p>
          <a:p>
            <a:pPr marL="0" indent="182880" defTabSz="365760">
              <a:lnSpc>
                <a:spcPct val="92000"/>
              </a:lnSpc>
              <a:spcBef>
                <a:spcPts val="0"/>
              </a:spcBef>
              <a:buSzTx/>
              <a:buNone/>
              <a:defRPr sz="320"/>
            </a:pPr>
            <a:endParaRPr sz="3600" dirty="0">
              <a:latin typeface="+mj-lt"/>
              <a:ea typeface="+mj-ea"/>
              <a:cs typeface="+mj-cs"/>
              <a:sym typeface="Arial"/>
            </a:endParaRPr>
          </a:p>
          <a:p>
            <a:pPr marL="0" indent="182880" defTabSz="365760">
              <a:lnSpc>
                <a:spcPct val="92000"/>
              </a:lnSpc>
              <a:spcBef>
                <a:spcPts val="0"/>
              </a:spcBef>
              <a:buSzTx/>
              <a:buNone/>
              <a:defRPr sz="320"/>
            </a:pPr>
            <a:endParaRPr sz="3600" dirty="0">
              <a:latin typeface="+mj-lt"/>
              <a:ea typeface="+mj-ea"/>
              <a:cs typeface="+mj-cs"/>
              <a:sym typeface="Arial"/>
            </a:endParaRPr>
          </a:p>
          <a:p>
            <a:pPr marL="0" indent="182880" defTabSz="365760">
              <a:lnSpc>
                <a:spcPct val="92000"/>
              </a:lnSpc>
              <a:spcBef>
                <a:spcPts val="0"/>
              </a:spcBef>
              <a:buSzTx/>
              <a:buNone/>
              <a:defRPr sz="320"/>
            </a:pPr>
            <a:endParaRPr sz="3600" dirty="0">
              <a:latin typeface="+mj-lt"/>
              <a:ea typeface="+mj-ea"/>
              <a:cs typeface="+mj-cs"/>
              <a:sym typeface="Arial"/>
            </a:endParaRPr>
          </a:p>
          <a:p>
            <a:pPr marL="0" indent="182880" defTabSz="365760">
              <a:lnSpc>
                <a:spcPct val="92000"/>
              </a:lnSpc>
              <a:spcBef>
                <a:spcPts val="0"/>
              </a:spcBef>
              <a:buSzTx/>
              <a:buNone/>
              <a:defRPr sz="320"/>
            </a:pPr>
            <a:endParaRPr sz="3600" dirty="0">
              <a:latin typeface="+mj-lt"/>
              <a:ea typeface="+mj-ea"/>
              <a:cs typeface="+mj-cs"/>
              <a:sym typeface="Arial"/>
            </a:endParaRPr>
          </a:p>
          <a:p>
            <a:pPr marL="0" indent="0" defTabSz="365760">
              <a:lnSpc>
                <a:spcPct val="80000"/>
              </a:lnSpc>
              <a:spcBef>
                <a:spcPts val="200"/>
              </a:spcBef>
              <a:buSzTx/>
              <a:buNone/>
              <a:defRPr sz="320"/>
            </a:pPr>
            <a:endParaRPr sz="960" dirty="0">
              <a:solidFill>
                <a:srgbClr val="0B5394"/>
              </a:solidFill>
            </a:endParaRPr>
          </a:p>
          <a:p>
            <a:pPr marL="0" indent="0" defTabSz="365760">
              <a:lnSpc>
                <a:spcPct val="80000"/>
              </a:lnSpc>
              <a:spcBef>
                <a:spcPts val="200"/>
              </a:spcBef>
              <a:buSzTx/>
              <a:buNone/>
              <a:defRPr sz="320"/>
            </a:pPr>
            <a:endParaRPr sz="960" dirty="0">
              <a:solidFill>
                <a:srgbClr val="0B5394"/>
              </a:solidFill>
            </a:endParaRPr>
          </a:p>
          <a:p>
            <a:pPr marL="0" indent="182880" algn="r" defTabSz="365760">
              <a:lnSpc>
                <a:spcPct val="80000"/>
              </a:lnSpc>
              <a:spcBef>
                <a:spcPts val="200"/>
              </a:spcBef>
              <a:buSzTx/>
              <a:buNone/>
              <a:defRPr sz="800">
                <a:solidFill>
                  <a:srgbClr val="0B5394"/>
                </a:solidFill>
              </a:defRPr>
            </a:pPr>
            <a:r>
              <a:rPr dirty="0"/>
              <a:t>Winter semester 2025 </a:t>
            </a:r>
          </a:p>
        </p:txBody>
      </p:sp>
      <p:pic>
        <p:nvPicPr>
          <p:cNvPr id="156" name="Google Shape;148;g3b5f24bda46_0_108" descr="Google Shape;148;g3b5f24bda46_0_108"/>
          <p:cNvPicPr>
            <a:picLocks noChangeAspect="1"/>
          </p:cNvPicPr>
          <p:nvPr/>
        </p:nvPicPr>
        <p:blipFill>
          <a:blip r:embed="rId2"/>
          <a:stretch>
            <a:fillRect/>
          </a:stretch>
        </p:blipFill>
        <p:spPr>
          <a:xfrm>
            <a:off x="0" y="-9488"/>
            <a:ext cx="2005377" cy="1336601"/>
          </a:xfrm>
          <a:prstGeom prst="rect">
            <a:avLst/>
          </a:prstGeom>
          <a:ln w="12700">
            <a:miter lim="400000"/>
          </a:ln>
        </p:spPr>
      </p:pic>
      <p:sp>
        <p:nvSpPr>
          <p:cNvPr id="157" name="Google Shape;149;g3b5f24bda46_0_108"/>
          <p:cNvSpPr txBox="1">
            <a:spLocks noGrp="1"/>
          </p:cNvSpPr>
          <p:nvPr>
            <p:ph type="title"/>
          </p:nvPr>
        </p:nvSpPr>
        <p:spPr>
          <a:xfrm>
            <a:off x="457200" y="619839"/>
            <a:ext cx="8229600" cy="1143001"/>
          </a:xfrm>
          <a:prstGeom prst="rect">
            <a:avLst/>
          </a:prstGeom>
        </p:spPr>
        <p:txBody>
          <a:bodyPr/>
          <a:lstStyle>
            <a:lvl1pPr>
              <a:defRPr sz="3600">
                <a:solidFill>
                  <a:srgbClr val="0B5394"/>
                </a:solidFill>
              </a:defRPr>
            </a:lvl1pPr>
          </a:lstStyle>
          <a:p>
            <a:r>
              <a:t>Replication Results (Table 5)</a:t>
            </a:r>
          </a:p>
        </p:txBody>
      </p:sp>
      <p:pic>
        <p:nvPicPr>
          <p:cNvPr id="158" name="Google Shape;150;g3b5f24bda46_0_108" descr="Google Shape;150;g3b5f24bda46_0_108"/>
          <p:cNvPicPr>
            <a:picLocks noChangeAspect="1"/>
          </p:cNvPicPr>
          <p:nvPr/>
        </p:nvPicPr>
        <p:blipFill>
          <a:blip r:embed="rId3"/>
          <a:stretch>
            <a:fillRect/>
          </a:stretch>
        </p:blipFill>
        <p:spPr>
          <a:xfrm>
            <a:off x="0" y="3880501"/>
            <a:ext cx="9144000" cy="1306287"/>
          </a:xfrm>
          <a:prstGeom prst="rect">
            <a:avLst/>
          </a:prstGeom>
          <a:ln w="12700">
            <a:miter lim="400000"/>
          </a:ln>
        </p:spPr>
      </p:pic>
    </p:spTree>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 name="Google Shape;155;g3b5f24bda46_0_118"/>
          <p:cNvSpPr txBox="1">
            <a:spLocks noGrp="1"/>
          </p:cNvSpPr>
          <p:nvPr>
            <p:ph type="body" idx="1"/>
          </p:nvPr>
        </p:nvSpPr>
        <p:spPr>
          <a:xfrm>
            <a:off x="457200" y="2129508"/>
            <a:ext cx="8229600" cy="4526102"/>
          </a:xfrm>
          <a:prstGeom prst="rect">
            <a:avLst/>
          </a:prstGeom>
        </p:spPr>
        <p:txBody>
          <a:bodyPr>
            <a:normAutofit lnSpcReduction="10000"/>
          </a:bodyPr>
          <a:lstStyle/>
          <a:p>
            <a:pPr marL="443484" indent="-360122" defTabSz="886968">
              <a:lnSpc>
                <a:spcPct val="103500"/>
              </a:lnSpc>
              <a:spcBef>
                <a:spcPts val="0"/>
              </a:spcBef>
              <a:buSzPct val="100000"/>
              <a:buChar char="●"/>
              <a:defRPr sz="2134">
                <a:latin typeface="+mj-lt"/>
                <a:ea typeface="+mj-ea"/>
                <a:cs typeface="+mj-cs"/>
                <a:sym typeface="Arial"/>
              </a:defRPr>
            </a:pPr>
            <a:r>
              <a:rPr dirty="0"/>
              <a:t>We intentionally kept the diagnostic verification step enabled during all runs</a:t>
            </a:r>
            <a:endParaRPr sz="8633" dirty="0"/>
          </a:p>
          <a:p>
            <a:pPr marL="443484" indent="-360122" defTabSz="886968">
              <a:lnSpc>
                <a:spcPct val="103500"/>
              </a:lnSpc>
              <a:spcBef>
                <a:spcPts val="0"/>
              </a:spcBef>
              <a:buSzPct val="100000"/>
              <a:buChar char="●"/>
              <a:defRPr sz="2134">
                <a:latin typeface="+mj-lt"/>
                <a:ea typeface="+mj-ea"/>
                <a:cs typeface="+mj-cs"/>
                <a:sym typeface="Arial"/>
              </a:defRPr>
            </a:pPr>
            <a:r>
              <a:rPr dirty="0"/>
              <a:t>This allowed us to measure </a:t>
            </a:r>
            <a:r>
              <a:rPr b="1" dirty="0"/>
              <a:t>end-to-end execution cost</a:t>
            </a:r>
            <a:r>
              <a:rPr dirty="0"/>
              <a:t>, not only discovery time</a:t>
            </a:r>
            <a:endParaRPr sz="8633" dirty="0"/>
          </a:p>
          <a:p>
            <a:pPr marL="443484" indent="-360122" defTabSz="886968">
              <a:lnSpc>
                <a:spcPct val="103500"/>
              </a:lnSpc>
              <a:spcBef>
                <a:spcPts val="0"/>
              </a:spcBef>
              <a:buSzPct val="100000"/>
              <a:buChar char="●"/>
              <a:defRPr sz="2134">
                <a:latin typeface="+mj-lt"/>
                <a:ea typeface="+mj-ea"/>
                <a:cs typeface="+mj-cs"/>
                <a:sym typeface="Arial"/>
              </a:defRPr>
            </a:pPr>
            <a:r>
              <a:rPr dirty="0"/>
              <a:t>We analyzed how this affects runtime across:</a:t>
            </a:r>
            <a:endParaRPr sz="8633" dirty="0"/>
          </a:p>
          <a:p>
            <a:pPr marL="886968" lvl="1" indent="-360122" defTabSz="886968">
              <a:lnSpc>
                <a:spcPct val="103500"/>
              </a:lnSpc>
              <a:spcBef>
                <a:spcPts val="0"/>
              </a:spcBef>
              <a:buSzPct val="100000"/>
              <a:buChar char="○"/>
              <a:defRPr sz="2134">
                <a:latin typeface="+mj-lt"/>
                <a:ea typeface="+mj-ea"/>
                <a:cs typeface="+mj-cs"/>
                <a:sym typeface="Arial"/>
              </a:defRPr>
            </a:pPr>
            <a:r>
              <a:rPr dirty="0"/>
              <a:t>different k values</a:t>
            </a:r>
            <a:endParaRPr sz="8633" dirty="0"/>
          </a:p>
          <a:p>
            <a:pPr marL="886968" lvl="1" indent="-360122" defTabSz="886968">
              <a:lnSpc>
                <a:spcPct val="103500"/>
              </a:lnSpc>
              <a:spcBef>
                <a:spcPts val="0"/>
              </a:spcBef>
              <a:buSzPct val="100000"/>
              <a:buChar char="○"/>
              <a:defRPr sz="2134">
                <a:latin typeface="+mj-lt"/>
                <a:ea typeface="+mj-ea"/>
                <a:cs typeface="+mj-cs"/>
                <a:sym typeface="Arial"/>
              </a:defRPr>
            </a:pPr>
            <a:r>
              <a:rPr dirty="0"/>
              <a:t>ALL vs Γ-invariant templates</a:t>
            </a:r>
            <a:endParaRPr sz="8633" dirty="0"/>
          </a:p>
          <a:p>
            <a:pPr marL="443484" indent="-360122" defTabSz="886968">
              <a:lnSpc>
                <a:spcPct val="103500"/>
              </a:lnSpc>
              <a:spcBef>
                <a:spcPts val="0"/>
              </a:spcBef>
              <a:buSzPct val="100000"/>
              <a:buChar char="●"/>
              <a:defRPr sz="2134">
                <a:latin typeface="+mj-lt"/>
                <a:ea typeface="+mj-ea"/>
                <a:cs typeface="+mj-cs"/>
                <a:sym typeface="Arial"/>
              </a:defRPr>
            </a:pPr>
            <a:r>
              <a:rPr dirty="0"/>
              <a:t>This highlights a practical trade-off between:</a:t>
            </a:r>
            <a:endParaRPr sz="8633" dirty="0"/>
          </a:p>
          <a:p>
            <a:pPr marL="886968" lvl="1" indent="-360122" defTabSz="886968">
              <a:lnSpc>
                <a:spcPct val="103500"/>
              </a:lnSpc>
              <a:spcBef>
                <a:spcPts val="0"/>
              </a:spcBef>
              <a:buSzPct val="100000"/>
              <a:buChar char="○"/>
              <a:defRPr sz="2134">
                <a:latin typeface="+mj-lt"/>
                <a:ea typeface="+mj-ea"/>
                <a:cs typeface="+mj-cs"/>
                <a:sym typeface="Arial"/>
              </a:defRPr>
            </a:pPr>
            <a:r>
              <a:rPr dirty="0"/>
              <a:t>fast constraint discovery</a:t>
            </a:r>
            <a:endParaRPr sz="8633" dirty="0"/>
          </a:p>
          <a:p>
            <a:pPr marL="886968" lvl="1" indent="-360122" defTabSz="886968">
              <a:lnSpc>
                <a:spcPct val="103500"/>
              </a:lnSpc>
              <a:spcBef>
                <a:spcPts val="0"/>
              </a:spcBef>
              <a:buSzPct val="100000"/>
              <a:buChar char="○"/>
              <a:defRPr sz="2134">
                <a:latin typeface="+mj-lt"/>
                <a:ea typeface="+mj-ea"/>
                <a:cs typeface="+mj-cs"/>
                <a:sym typeface="Arial"/>
              </a:defRPr>
            </a:pPr>
            <a:r>
              <a:rPr dirty="0"/>
              <a:t>full diagnostic execution</a:t>
            </a:r>
            <a:endParaRPr sz="14744" dirty="0"/>
          </a:p>
          <a:p>
            <a:pPr marL="0" indent="0" defTabSz="886968">
              <a:lnSpc>
                <a:spcPct val="90000"/>
              </a:lnSpc>
              <a:spcBef>
                <a:spcPts val="500"/>
              </a:spcBef>
              <a:buSzTx/>
              <a:buNone/>
              <a:defRPr sz="776"/>
            </a:pPr>
            <a:endParaRPr sz="2328" dirty="0">
              <a:solidFill>
                <a:srgbClr val="0B5394"/>
              </a:solidFill>
            </a:endParaRPr>
          </a:p>
          <a:p>
            <a:pPr marL="0" indent="0" defTabSz="886968">
              <a:lnSpc>
                <a:spcPct val="90000"/>
              </a:lnSpc>
              <a:spcBef>
                <a:spcPts val="500"/>
              </a:spcBef>
              <a:buSzTx/>
              <a:buNone/>
              <a:defRPr sz="776"/>
            </a:pPr>
            <a:endParaRPr sz="2328" dirty="0">
              <a:solidFill>
                <a:srgbClr val="0B5394"/>
              </a:solidFill>
            </a:endParaRPr>
          </a:p>
          <a:p>
            <a:pPr marL="0" indent="443484" algn="r" defTabSz="886968">
              <a:lnSpc>
                <a:spcPct val="90000"/>
              </a:lnSpc>
              <a:spcBef>
                <a:spcPts val="500"/>
              </a:spcBef>
              <a:buSzTx/>
              <a:buNone/>
              <a:defRPr sz="1940">
                <a:solidFill>
                  <a:srgbClr val="0B5394"/>
                </a:solidFill>
              </a:defRPr>
            </a:pPr>
            <a:r>
              <a:rPr dirty="0"/>
              <a:t>Winter semester 2025 </a:t>
            </a:r>
          </a:p>
        </p:txBody>
      </p:sp>
      <p:pic>
        <p:nvPicPr>
          <p:cNvPr id="161" name="Google Shape;156;g3b5f24bda46_0_118" descr="Google Shape;156;g3b5f24bda46_0_118"/>
          <p:cNvPicPr>
            <a:picLocks noChangeAspect="1"/>
          </p:cNvPicPr>
          <p:nvPr/>
        </p:nvPicPr>
        <p:blipFill>
          <a:blip r:embed="rId2"/>
          <a:stretch>
            <a:fillRect/>
          </a:stretch>
        </p:blipFill>
        <p:spPr>
          <a:xfrm>
            <a:off x="0" y="-9488"/>
            <a:ext cx="2005377" cy="1336601"/>
          </a:xfrm>
          <a:prstGeom prst="rect">
            <a:avLst/>
          </a:prstGeom>
          <a:ln w="12700">
            <a:miter lim="400000"/>
          </a:ln>
        </p:spPr>
      </p:pic>
      <p:sp>
        <p:nvSpPr>
          <p:cNvPr id="162" name="Google Shape;157;g3b5f24bda46_0_118"/>
          <p:cNvSpPr txBox="1">
            <a:spLocks noGrp="1"/>
          </p:cNvSpPr>
          <p:nvPr>
            <p:ph type="title"/>
          </p:nvPr>
        </p:nvSpPr>
        <p:spPr>
          <a:xfrm>
            <a:off x="457200" y="872987"/>
            <a:ext cx="8229600" cy="1143001"/>
          </a:xfrm>
          <a:prstGeom prst="rect">
            <a:avLst/>
          </a:prstGeom>
        </p:spPr>
        <p:txBody>
          <a:bodyPr/>
          <a:lstStyle>
            <a:lvl1pPr>
              <a:defRPr sz="3000">
                <a:solidFill>
                  <a:srgbClr val="0B5394"/>
                </a:solidFill>
              </a:defRPr>
            </a:lvl1pPr>
          </a:lstStyle>
          <a:p>
            <a:r>
              <a:t>Additional investigation (beyond the paper)</a:t>
            </a:r>
          </a:p>
        </p:txBody>
      </p:sp>
    </p:spTree>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4" name="Google Shape;162;g3b5f24bda46_0_125"/>
          <p:cNvSpPr txBox="1">
            <a:spLocks noGrp="1"/>
          </p:cNvSpPr>
          <p:nvPr>
            <p:ph type="body" idx="1"/>
          </p:nvPr>
        </p:nvSpPr>
        <p:spPr>
          <a:xfrm>
            <a:off x="457200" y="1761294"/>
            <a:ext cx="8229600" cy="4526101"/>
          </a:xfrm>
          <a:prstGeom prst="rect">
            <a:avLst/>
          </a:prstGeom>
        </p:spPr>
        <p:txBody>
          <a:bodyPr/>
          <a:lstStyle/>
          <a:p>
            <a:pPr marL="0" indent="0" defTabSz="758951">
              <a:lnSpc>
                <a:spcPct val="92000"/>
              </a:lnSpc>
              <a:spcBef>
                <a:spcPts val="900"/>
              </a:spcBef>
              <a:buSzTx/>
              <a:buNone/>
              <a:defRPr sz="1826" b="1">
                <a:latin typeface="+mj-lt"/>
                <a:ea typeface="+mj-ea"/>
                <a:cs typeface="+mj-cs"/>
                <a:sym typeface="Arial"/>
              </a:defRPr>
            </a:pPr>
            <a:r>
              <a:rPr dirty="0"/>
              <a:t>Replication outcome</a:t>
            </a:r>
            <a:endParaRPr sz="7469" dirty="0"/>
          </a:p>
          <a:p>
            <a:pPr marL="379475" indent="-308576" defTabSz="758951">
              <a:lnSpc>
                <a:spcPct val="92000"/>
              </a:lnSpc>
              <a:spcBef>
                <a:spcPts val="900"/>
              </a:spcBef>
              <a:buSzPct val="100000"/>
              <a:buChar char="●"/>
              <a:defRPr sz="1826">
                <a:latin typeface="+mj-lt"/>
                <a:ea typeface="+mj-ea"/>
                <a:cs typeface="+mj-cs"/>
                <a:sym typeface="Arial"/>
              </a:defRPr>
            </a:pPr>
            <a:r>
              <a:rPr dirty="0"/>
              <a:t>We successfully replicated the quantitative evaluation (Tables 4 and 5)</a:t>
            </a:r>
            <a:endParaRPr sz="7469" dirty="0"/>
          </a:p>
          <a:p>
            <a:pPr marL="379475" indent="-308576" defTabSz="758951">
              <a:lnSpc>
                <a:spcPct val="92000"/>
              </a:lnSpc>
              <a:spcBef>
                <a:spcPts val="0"/>
              </a:spcBef>
              <a:buSzPct val="100000"/>
              <a:buChar char="●"/>
              <a:defRPr sz="1826">
                <a:latin typeface="+mj-lt"/>
                <a:ea typeface="+mj-ea"/>
                <a:cs typeface="+mj-cs"/>
                <a:sym typeface="Arial"/>
              </a:defRPr>
            </a:pPr>
            <a:r>
              <a:rPr dirty="0"/>
              <a:t>The main scalability and diagnostic trends reported in the paper were confirmed</a:t>
            </a:r>
            <a:endParaRPr sz="7469" dirty="0"/>
          </a:p>
          <a:p>
            <a:pPr marL="0" indent="0" defTabSz="758951">
              <a:lnSpc>
                <a:spcPct val="92000"/>
              </a:lnSpc>
              <a:spcBef>
                <a:spcPts val="900"/>
              </a:spcBef>
              <a:buSzTx/>
              <a:buNone/>
              <a:defRPr sz="1826" b="1">
                <a:latin typeface="+mj-lt"/>
                <a:ea typeface="+mj-ea"/>
                <a:cs typeface="+mj-cs"/>
                <a:sym typeface="Arial"/>
              </a:defRPr>
            </a:pPr>
            <a:r>
              <a:rPr dirty="0"/>
              <a:t>Limitations and future work</a:t>
            </a:r>
            <a:endParaRPr sz="7469" dirty="0"/>
          </a:p>
          <a:p>
            <a:pPr marL="379475" indent="-308576" defTabSz="758951">
              <a:lnSpc>
                <a:spcPct val="92000"/>
              </a:lnSpc>
              <a:spcBef>
                <a:spcPts val="900"/>
              </a:spcBef>
              <a:buSzPct val="100000"/>
              <a:buChar char="●"/>
              <a:defRPr sz="1826">
                <a:latin typeface="+mj-lt"/>
                <a:ea typeface="+mj-ea"/>
                <a:cs typeface="+mj-cs"/>
                <a:sym typeface="Arial"/>
              </a:defRPr>
            </a:pPr>
            <a:r>
              <a:rPr dirty="0"/>
              <a:t>Experiments were run on different hardware</a:t>
            </a:r>
            <a:endParaRPr sz="7469" dirty="0"/>
          </a:p>
          <a:p>
            <a:pPr marL="379475" indent="-308576" defTabSz="758951">
              <a:lnSpc>
                <a:spcPct val="92000"/>
              </a:lnSpc>
              <a:spcBef>
                <a:spcPts val="0"/>
              </a:spcBef>
              <a:buSzPct val="100000"/>
              <a:buChar char="●"/>
              <a:defRPr sz="1826">
                <a:latin typeface="+mj-lt"/>
                <a:ea typeface="+mj-ea"/>
                <a:cs typeface="+mj-cs"/>
                <a:sym typeface="Arial"/>
              </a:defRPr>
            </a:pPr>
            <a:r>
              <a:rPr dirty="0"/>
              <a:t>Large k values lead to very long runtimes</a:t>
            </a:r>
            <a:endParaRPr sz="7469" dirty="0"/>
          </a:p>
          <a:p>
            <a:pPr marL="379475" indent="-308576" defTabSz="758951">
              <a:lnSpc>
                <a:spcPct val="92000"/>
              </a:lnSpc>
              <a:spcBef>
                <a:spcPts val="0"/>
              </a:spcBef>
              <a:buSzPct val="100000"/>
              <a:buChar char="●"/>
              <a:defRPr sz="1826">
                <a:latin typeface="+mj-lt"/>
                <a:ea typeface="+mj-ea"/>
                <a:cs typeface="+mj-cs"/>
                <a:sym typeface="Arial"/>
              </a:defRPr>
            </a:pPr>
            <a:r>
              <a:rPr dirty="0"/>
              <a:t>Future work could include:</a:t>
            </a:r>
            <a:endParaRPr sz="7469" dirty="0"/>
          </a:p>
          <a:p>
            <a:pPr marL="758951" lvl="1" indent="-308576" defTabSz="758951">
              <a:lnSpc>
                <a:spcPct val="92000"/>
              </a:lnSpc>
              <a:spcBef>
                <a:spcPts val="0"/>
              </a:spcBef>
              <a:buSzPct val="100000"/>
              <a:buChar char="○"/>
              <a:defRPr sz="1826">
                <a:latin typeface="+mj-lt"/>
                <a:ea typeface="+mj-ea"/>
                <a:cs typeface="+mj-cs"/>
                <a:sym typeface="Arial"/>
              </a:defRPr>
            </a:pPr>
            <a:r>
              <a:rPr dirty="0"/>
              <a:t>applying the approach to new datasets</a:t>
            </a:r>
            <a:endParaRPr sz="7469" dirty="0"/>
          </a:p>
          <a:p>
            <a:pPr marL="758951" lvl="1" indent="-308576" defTabSz="758951">
              <a:lnSpc>
                <a:spcPct val="92000"/>
              </a:lnSpc>
              <a:spcBef>
                <a:spcPts val="0"/>
              </a:spcBef>
              <a:buSzPct val="100000"/>
              <a:buChar char="○"/>
              <a:defRPr sz="1826">
                <a:latin typeface="+mj-lt"/>
                <a:ea typeface="+mj-ea"/>
                <a:cs typeface="+mj-cs"/>
                <a:sym typeface="Arial"/>
              </a:defRPr>
            </a:pPr>
            <a:r>
              <a:rPr dirty="0"/>
              <a:t>comparing with other conformance tools</a:t>
            </a:r>
            <a:endParaRPr sz="7469" dirty="0"/>
          </a:p>
          <a:p>
            <a:pPr marL="0" indent="758951" defTabSz="758951">
              <a:lnSpc>
                <a:spcPct val="92000"/>
              </a:lnSpc>
              <a:spcBef>
                <a:spcPts val="900"/>
              </a:spcBef>
              <a:buSzTx/>
              <a:buNone/>
              <a:defRPr sz="664"/>
            </a:pPr>
            <a:endParaRPr sz="7469" dirty="0">
              <a:latin typeface="+mj-lt"/>
              <a:ea typeface="+mj-ea"/>
              <a:cs typeface="+mj-cs"/>
              <a:sym typeface="Arial"/>
            </a:endParaRPr>
          </a:p>
          <a:p>
            <a:pPr marL="0" indent="379475" algn="r" defTabSz="758951">
              <a:lnSpc>
                <a:spcPct val="80000"/>
              </a:lnSpc>
              <a:spcBef>
                <a:spcPts val="900"/>
              </a:spcBef>
              <a:buSzTx/>
              <a:buNone/>
              <a:defRPr sz="1660">
                <a:solidFill>
                  <a:srgbClr val="0B5394"/>
                </a:solidFill>
              </a:defRPr>
            </a:pPr>
            <a:r>
              <a:rPr dirty="0"/>
              <a:t>Winter semester 2025 </a:t>
            </a:r>
          </a:p>
        </p:txBody>
      </p:sp>
      <p:pic>
        <p:nvPicPr>
          <p:cNvPr id="165" name="Google Shape;163;g3b5f24bda46_0_125" descr="Google Shape;163;g3b5f24bda46_0_125"/>
          <p:cNvPicPr>
            <a:picLocks noChangeAspect="1"/>
          </p:cNvPicPr>
          <p:nvPr/>
        </p:nvPicPr>
        <p:blipFill>
          <a:blip r:embed="rId2"/>
          <a:stretch>
            <a:fillRect/>
          </a:stretch>
        </p:blipFill>
        <p:spPr>
          <a:xfrm>
            <a:off x="0" y="-9488"/>
            <a:ext cx="2005377" cy="1336601"/>
          </a:xfrm>
          <a:prstGeom prst="rect">
            <a:avLst/>
          </a:prstGeom>
          <a:ln w="12700">
            <a:miter lim="400000"/>
          </a:ln>
        </p:spPr>
      </p:pic>
      <p:sp>
        <p:nvSpPr>
          <p:cNvPr id="166" name="Google Shape;164;g3b5f24bda46_0_125"/>
          <p:cNvSpPr txBox="1">
            <a:spLocks noGrp="1"/>
          </p:cNvSpPr>
          <p:nvPr>
            <p:ph type="title"/>
          </p:nvPr>
        </p:nvSpPr>
        <p:spPr>
          <a:xfrm>
            <a:off x="457200" y="619839"/>
            <a:ext cx="8229600" cy="1143001"/>
          </a:xfrm>
          <a:prstGeom prst="rect">
            <a:avLst/>
          </a:prstGeom>
        </p:spPr>
        <p:txBody>
          <a:bodyPr/>
          <a:lstStyle>
            <a:lvl1pPr>
              <a:defRPr sz="3600">
                <a:solidFill>
                  <a:srgbClr val="0B5394"/>
                </a:solidFill>
              </a:defRPr>
            </a:lvl1pPr>
          </a:lstStyle>
          <a:p>
            <a:r>
              <a:t>Conclusion &amp; Limitations</a:t>
            </a:r>
          </a:p>
        </p:txBody>
      </p:sp>
    </p:spTree>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61">
          <a:extLst>
            <a:ext uri="{FF2B5EF4-FFF2-40B4-BE49-F238E27FC236}">
              <a16:creationId xmlns:a16="http://schemas.microsoft.com/office/drawing/2014/main" id="{C52B533B-9C13-682B-B69C-03EF22DF7335}"/>
            </a:ext>
          </a:extLst>
        </p:cNvPr>
        <p:cNvGrpSpPr/>
        <p:nvPr/>
      </p:nvGrpSpPr>
      <p:grpSpPr>
        <a:xfrm>
          <a:off x="0" y="0"/>
          <a:ext cx="0" cy="0"/>
          <a:chOff x="0" y="0"/>
          <a:chExt cx="0" cy="0"/>
        </a:xfrm>
      </p:grpSpPr>
      <p:sp>
        <p:nvSpPr>
          <p:cNvPr id="162" name="Google Shape;162;g3b5f24bda46_0_125">
            <a:extLst>
              <a:ext uri="{FF2B5EF4-FFF2-40B4-BE49-F238E27FC236}">
                <a16:creationId xmlns:a16="http://schemas.microsoft.com/office/drawing/2014/main" id="{91826E23-B26A-88F0-939D-5BA55F02DDD8}"/>
              </a:ext>
            </a:extLst>
          </p:cNvPr>
          <p:cNvSpPr txBox="1">
            <a:spLocks noGrp="1"/>
          </p:cNvSpPr>
          <p:nvPr>
            <p:ph type="body" idx="1"/>
          </p:nvPr>
        </p:nvSpPr>
        <p:spPr>
          <a:xfrm>
            <a:off x="457200" y="1761294"/>
            <a:ext cx="8229600" cy="4526100"/>
          </a:xfrm>
          <a:prstGeom prst="rect">
            <a:avLst/>
          </a:prstGeom>
          <a:noFill/>
          <a:ln>
            <a:noFill/>
          </a:ln>
        </p:spPr>
        <p:txBody>
          <a:bodyPr spcFirstLastPara="1" wrap="square" lIns="91425" tIns="45700" rIns="91425" bIns="45700" anchor="t" anchorCtr="0">
            <a:normAutofit fontScale="25000" lnSpcReduction="20000"/>
          </a:bodyPr>
          <a:lstStyle/>
          <a:p>
            <a:pPr marL="165100" lvl="0" indent="0">
              <a:spcBef>
                <a:spcPts val="640"/>
              </a:spcBef>
              <a:buClr>
                <a:srgbClr val="0B5394"/>
              </a:buClr>
              <a:buSzPts val="1000"/>
              <a:buNone/>
            </a:pPr>
            <a:r>
              <a:rPr lang="en-US" sz="5600" dirty="0">
                <a:latin typeface="+mj-lt"/>
              </a:rPr>
              <a:t>All members contributed to the project. We jointly suggested and selected the paper, read and discussed it, planned the replication approach, reviewed the results, and refined the final presentation. Primary responsibilities were:</a:t>
            </a:r>
          </a:p>
          <a:p>
            <a:pPr marL="165100" lvl="0" indent="0">
              <a:spcBef>
                <a:spcPts val="640"/>
              </a:spcBef>
              <a:buClr>
                <a:srgbClr val="0B5394"/>
              </a:buClr>
              <a:buSzPts val="1000"/>
              <a:buNone/>
            </a:pPr>
            <a:endParaRPr lang="en-US" sz="5600" dirty="0">
              <a:latin typeface="+mj-lt"/>
            </a:endParaRPr>
          </a:p>
          <a:p>
            <a:pPr indent="-292100">
              <a:spcBef>
                <a:spcPts val="640"/>
              </a:spcBef>
              <a:buClr>
                <a:srgbClr val="0B5394"/>
              </a:buClr>
              <a:buSzPts val="1000"/>
              <a:buFont typeface="Arial"/>
              <a:buChar char="●"/>
            </a:pPr>
            <a:r>
              <a:rPr lang="de-DE" sz="5600" dirty="0">
                <a:latin typeface="+mj-lt"/>
              </a:rPr>
              <a:t>Azizullah Massomy</a:t>
            </a:r>
            <a:r>
              <a:rPr lang="en-US" sz="5600" dirty="0">
                <a:latin typeface="+mj-lt"/>
              </a:rPr>
              <a:t>– Coordination, environment setup, and troubleshooting replication issues.</a:t>
            </a:r>
          </a:p>
          <a:p>
            <a:pPr indent="-292100">
              <a:spcBef>
                <a:spcPts val="640"/>
              </a:spcBef>
              <a:buClr>
                <a:srgbClr val="0B5394"/>
              </a:buClr>
              <a:buSzPts val="1000"/>
              <a:buFont typeface="Arial"/>
              <a:buChar char="●"/>
            </a:pPr>
            <a:endParaRPr lang="en-US" sz="5600" dirty="0">
              <a:latin typeface="+mj-lt"/>
            </a:endParaRPr>
          </a:p>
          <a:p>
            <a:pPr indent="-292100">
              <a:spcBef>
                <a:spcPts val="640"/>
              </a:spcBef>
              <a:buClr>
                <a:srgbClr val="0B5394"/>
              </a:buClr>
              <a:buSzPts val="1000"/>
              <a:buFont typeface="Arial"/>
              <a:buChar char="●"/>
            </a:pPr>
            <a:r>
              <a:rPr lang="en-US" sz="5600" dirty="0" err="1">
                <a:latin typeface="+mj-lt"/>
              </a:rPr>
              <a:t>Fatemehsadat</a:t>
            </a:r>
            <a:r>
              <a:rPr lang="en-US" sz="5600" dirty="0">
                <a:latin typeface="+mj-lt"/>
              </a:rPr>
              <a:t> </a:t>
            </a:r>
            <a:r>
              <a:rPr lang="en-US" sz="5600" dirty="0" err="1">
                <a:latin typeface="+mj-lt"/>
              </a:rPr>
              <a:t>Sepehrihosseini</a:t>
            </a:r>
            <a:r>
              <a:rPr lang="en-US" sz="5600" dirty="0">
                <a:latin typeface="+mj-lt"/>
              </a:rPr>
              <a:t> – High-level paper summary and writing up the technical approach.</a:t>
            </a:r>
          </a:p>
          <a:p>
            <a:pPr indent="-292100">
              <a:spcBef>
                <a:spcPts val="640"/>
              </a:spcBef>
              <a:buClr>
                <a:srgbClr val="0B5394"/>
              </a:buClr>
              <a:buSzPts val="1000"/>
              <a:buFont typeface="Arial"/>
              <a:buChar char="●"/>
            </a:pPr>
            <a:endParaRPr lang="en-US" sz="5600" dirty="0">
              <a:latin typeface="+mj-lt"/>
            </a:endParaRPr>
          </a:p>
          <a:p>
            <a:pPr indent="-292100">
              <a:spcBef>
                <a:spcPts val="640"/>
              </a:spcBef>
              <a:buClr>
                <a:srgbClr val="0B5394"/>
              </a:buClr>
              <a:buSzPts val="1000"/>
              <a:buFont typeface="Arial"/>
              <a:buChar char="●"/>
            </a:pPr>
            <a:r>
              <a:rPr lang="en-US" sz="5600" dirty="0">
                <a:latin typeface="+mj-lt"/>
              </a:rPr>
              <a:t>Khalifa Nikzad – Running the replication, organizing outputs, and trying extra experiments for more insights.</a:t>
            </a:r>
          </a:p>
          <a:p>
            <a:pPr indent="-292100">
              <a:spcBef>
                <a:spcPts val="640"/>
              </a:spcBef>
              <a:buClr>
                <a:srgbClr val="0B5394"/>
              </a:buClr>
              <a:buSzPts val="1000"/>
              <a:buFont typeface="Arial"/>
              <a:buChar char="●"/>
            </a:pPr>
            <a:endParaRPr lang="en-US" sz="5600" dirty="0">
              <a:latin typeface="+mj-lt"/>
            </a:endParaRPr>
          </a:p>
          <a:p>
            <a:pPr indent="-292100">
              <a:spcBef>
                <a:spcPts val="640"/>
              </a:spcBef>
              <a:buClr>
                <a:srgbClr val="0B5394"/>
              </a:buClr>
              <a:buSzPts val="1000"/>
              <a:buFont typeface="Arial"/>
              <a:buChar char="●"/>
            </a:pPr>
            <a:r>
              <a:rPr lang="en-US" sz="5600" dirty="0">
                <a:latin typeface="+mj-lt"/>
              </a:rPr>
              <a:t>Irdi Kuka – Analyzing results and comparing them with the paper’s reported findings.</a:t>
            </a:r>
          </a:p>
          <a:p>
            <a:pPr indent="-292100">
              <a:spcBef>
                <a:spcPts val="640"/>
              </a:spcBef>
              <a:buClr>
                <a:srgbClr val="0B5394"/>
              </a:buClr>
              <a:buSzPts val="1000"/>
              <a:buFont typeface="Arial"/>
              <a:buChar char="●"/>
            </a:pPr>
            <a:endParaRPr lang="en-US" sz="5600" dirty="0">
              <a:latin typeface="+mj-lt"/>
            </a:endParaRPr>
          </a:p>
          <a:p>
            <a:pPr indent="-292100">
              <a:spcBef>
                <a:spcPts val="640"/>
              </a:spcBef>
              <a:buClr>
                <a:srgbClr val="0B5394"/>
              </a:buClr>
              <a:buSzPts val="1000"/>
              <a:buFont typeface="Arial"/>
              <a:buChar char="●"/>
            </a:pPr>
            <a:r>
              <a:rPr lang="en-US" sz="5600" dirty="0" err="1">
                <a:latin typeface="+mj-lt"/>
              </a:rPr>
              <a:t>Shogofa</a:t>
            </a:r>
            <a:r>
              <a:rPr lang="en-US" sz="5600" dirty="0">
                <a:latin typeface="+mj-lt"/>
              </a:rPr>
              <a:t> </a:t>
            </a:r>
            <a:r>
              <a:rPr lang="en-US" sz="5600" dirty="0" err="1">
                <a:latin typeface="+mj-lt"/>
              </a:rPr>
              <a:t>Nawrozy</a:t>
            </a:r>
            <a:r>
              <a:rPr lang="en-US" sz="5600" dirty="0">
                <a:latin typeface="+mj-lt"/>
              </a:rPr>
              <a:t> – Final slide structure, assignment requirement checks, and final presentation polishing. </a:t>
            </a:r>
          </a:p>
          <a:p>
            <a:pPr indent="-292100">
              <a:spcBef>
                <a:spcPts val="640"/>
              </a:spcBef>
              <a:buClr>
                <a:srgbClr val="0B5394"/>
              </a:buClr>
              <a:buSzPts val="1000"/>
              <a:buFont typeface="Arial"/>
              <a:buChar char="●"/>
            </a:pPr>
            <a:endParaRPr lang="en-US" sz="5600" dirty="0">
              <a:latin typeface="+mj-lt"/>
            </a:endParaRPr>
          </a:p>
          <a:p>
            <a:pPr indent="-292100">
              <a:spcBef>
                <a:spcPts val="640"/>
              </a:spcBef>
              <a:buClr>
                <a:srgbClr val="0B5394"/>
              </a:buClr>
              <a:buSzPts val="1000"/>
              <a:buFont typeface="Arial"/>
              <a:buChar char="●"/>
            </a:pPr>
            <a:r>
              <a:rPr lang="en-US" sz="5600" dirty="0">
                <a:latin typeface="+mj-lt"/>
              </a:rPr>
              <a:t>Link to repository: </a:t>
            </a:r>
            <a:r>
              <a:rPr lang="en-US" sz="5600" dirty="0">
                <a:latin typeface="+mj-lt"/>
                <a:hlinkClick r:id="rId3"/>
              </a:rPr>
              <a:t>GitHub</a:t>
            </a:r>
            <a:endParaRPr lang="en-US" sz="9600" dirty="0">
              <a:solidFill>
                <a:srgbClr val="0B5394"/>
              </a:solidFill>
              <a:latin typeface="+mj-lt"/>
              <a:ea typeface="Arial"/>
              <a:cs typeface="Arial"/>
              <a:sym typeface="Arial"/>
            </a:endParaRPr>
          </a:p>
          <a:p>
            <a:pPr lvl="0" indent="-292100">
              <a:spcBef>
                <a:spcPts val="0"/>
              </a:spcBef>
              <a:buClr>
                <a:srgbClr val="0B5394"/>
              </a:buClr>
              <a:buSzPts val="1000"/>
              <a:buChar char="●"/>
            </a:pPr>
            <a:endParaRPr lang="en-US" sz="9019" dirty="0">
              <a:latin typeface="Arial"/>
              <a:ea typeface="Arial"/>
              <a:cs typeface="Arial"/>
              <a:sym typeface="Arial"/>
            </a:endParaRPr>
          </a:p>
          <a:p>
            <a:pPr marL="457200" lvl="0" indent="0" algn="r" rtl="0">
              <a:spcBef>
                <a:spcPts val="1200"/>
              </a:spcBef>
              <a:spcAft>
                <a:spcPts val="0"/>
              </a:spcAft>
              <a:buNone/>
            </a:pPr>
            <a:r>
              <a:rPr lang="en-US" sz="8000" dirty="0">
                <a:solidFill>
                  <a:srgbClr val="0B5394"/>
                </a:solidFill>
              </a:rPr>
              <a:t>Winter semester 2025 </a:t>
            </a:r>
            <a:endParaRPr sz="8000" dirty="0">
              <a:solidFill>
                <a:srgbClr val="0B5394"/>
              </a:solidFill>
            </a:endParaRPr>
          </a:p>
        </p:txBody>
      </p:sp>
      <p:pic>
        <p:nvPicPr>
          <p:cNvPr id="163" name="Google Shape;163;g3b5f24bda46_0_125">
            <a:extLst>
              <a:ext uri="{FF2B5EF4-FFF2-40B4-BE49-F238E27FC236}">
                <a16:creationId xmlns:a16="http://schemas.microsoft.com/office/drawing/2014/main" id="{E2A7107D-E290-1641-57B0-7CFB2A2FD046}"/>
              </a:ext>
            </a:extLst>
          </p:cNvPr>
          <p:cNvPicPr preferRelativeResize="0"/>
          <p:nvPr/>
        </p:nvPicPr>
        <p:blipFill>
          <a:blip r:embed="rId4">
            <a:alphaModFix/>
          </a:blip>
          <a:stretch>
            <a:fillRect/>
          </a:stretch>
        </p:blipFill>
        <p:spPr>
          <a:xfrm>
            <a:off x="0" y="-9488"/>
            <a:ext cx="2005376" cy="1336601"/>
          </a:xfrm>
          <a:prstGeom prst="rect">
            <a:avLst/>
          </a:prstGeom>
          <a:noFill/>
          <a:ln>
            <a:noFill/>
          </a:ln>
        </p:spPr>
      </p:pic>
      <p:sp>
        <p:nvSpPr>
          <p:cNvPr id="164" name="Google Shape;164;g3b5f24bda46_0_125">
            <a:extLst>
              <a:ext uri="{FF2B5EF4-FFF2-40B4-BE49-F238E27FC236}">
                <a16:creationId xmlns:a16="http://schemas.microsoft.com/office/drawing/2014/main" id="{C1A67F26-A953-5EA0-DFD9-93F7ABF9B883}"/>
              </a:ext>
            </a:extLst>
          </p:cNvPr>
          <p:cNvSpPr txBox="1">
            <a:spLocks noGrp="1"/>
          </p:cNvSpPr>
          <p:nvPr>
            <p:ph type="title"/>
          </p:nvPr>
        </p:nvSpPr>
        <p:spPr>
          <a:xfrm>
            <a:off x="457200" y="619839"/>
            <a:ext cx="8229600" cy="1143000"/>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chemeClr val="dk1"/>
              </a:buClr>
              <a:buSzPts val="4400"/>
              <a:buFont typeface="Calibri"/>
              <a:buNone/>
            </a:pPr>
            <a:r>
              <a:rPr lang="en-US" sz="3600" dirty="0">
                <a:solidFill>
                  <a:srgbClr val="0B5394"/>
                </a:solidFill>
              </a:rPr>
              <a:t>Work Distribution</a:t>
            </a:r>
            <a:endParaRPr sz="3600" dirty="0">
              <a:solidFill>
                <a:srgbClr val="0B5394"/>
              </a:solidFill>
            </a:endParaRPr>
          </a:p>
        </p:txBody>
      </p:sp>
    </p:spTree>
    <p:extLst>
      <p:ext uri="{BB962C8B-B14F-4D97-AF65-F5344CB8AC3E}">
        <p14:creationId xmlns:p14="http://schemas.microsoft.com/office/powerpoint/2010/main" val="2161974270"/>
      </p:ext>
    </p:extLst>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Office Theme">
      <a:majorFont>
        <a:latin typeface="Arial"/>
        <a:ea typeface="Arial"/>
        <a:cs typeface="Arial"/>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sp3d/>
      </a:spPr>
      <a:bodyPr rot="0" spcFirstLastPara="1" vertOverflow="overflow" horzOverflow="overflow" vert="horz" wrap="square" lIns="0" tIns="0" rIns="0" bIns="0"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0" tIns="0" rIns="0" bIns="0"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Office Theme">
      <a:majorFont>
        <a:latin typeface="Arial"/>
        <a:ea typeface="Arial"/>
        <a:cs typeface="Arial"/>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sp3d/>
      </a:spPr>
      <a:bodyPr rot="0" spcFirstLastPara="1" vertOverflow="overflow" horzOverflow="overflow" vert="horz" wrap="square" lIns="0" tIns="0" rIns="0" bIns="0"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0" tIns="0" rIns="0" bIns="0"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Props/app.xml><?xml version="1.0" encoding="utf-8"?>
<Properties xmlns="http://schemas.openxmlformats.org/officeDocument/2006/extended-properties" xmlns:vt="http://schemas.openxmlformats.org/officeDocument/2006/docPropsVTypes">
  <TotalTime>0</TotalTime>
  <Words>843</Words>
  <Application>Microsoft Office PowerPoint</Application>
  <PresentationFormat>On-screen Show (4:3)</PresentationFormat>
  <Paragraphs>179</Paragraphs>
  <Slides>14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PowerPoint Presentation</vt:lpstr>
      <vt:lpstr>Paper Overview – Context</vt:lpstr>
      <vt:lpstr>Paper Overview: Problem &amp; Idea</vt:lpstr>
      <vt:lpstr>Paper Overview: How It Works</vt:lpstr>
      <vt:lpstr>What do we mean by a Constraint?</vt:lpstr>
      <vt:lpstr>PowerPoint Presentation</vt:lpstr>
      <vt:lpstr>Role of Constraints in the Evaluation</vt:lpstr>
      <vt:lpstr>Evaluation Setup in the Paper</vt:lpstr>
      <vt:lpstr>Replication Setup &amp; Experience</vt:lpstr>
      <vt:lpstr>Replication Results (Table 4)</vt:lpstr>
      <vt:lpstr>Replication Results (Table 5)</vt:lpstr>
      <vt:lpstr>Additional investigation (beyond the paper)</vt:lpstr>
      <vt:lpstr>Conclusion &amp; Limitations</vt:lpstr>
      <vt:lpstr>Work Distribution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Irdi Kuka</cp:lastModifiedBy>
  <cp:revision>5</cp:revision>
  <dcterms:modified xsi:type="dcterms:W3CDTF">2026-01-21T17:53:28Z</dcterms:modified>
</cp:coreProperties>
</file>