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6858000" cx="9144000"/>
  <p:notesSz cx="6858000" cy="9144000"/>
  <p:embeddedFontLst>
    <p:embeddedFont>
      <p:font typeface="Lalezar"/>
      <p:regular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hNzgoP1yzRC1HMq8EezfSwuRNTF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Lalezar-regular.fntdata"/><Relationship Id="rId11" Type="http://schemas.openxmlformats.org/officeDocument/2006/relationships/slide" Target="slides/slide7.xml"/><Relationship Id="rId10" Type="http://schemas.openxmlformats.org/officeDocument/2006/relationships/slide" Target="slides/slide6.xml"/><Relationship Id="rId21" Type="http://customschemas.google.com/relationships/presentationmetadata" Target="metadata"/><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 name="Google Shape;60;p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 name="Google Shape;66;p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3" name="Google Shape;7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 name="Google Shape;80;p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 name="Google Shape;87;p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 name="Google Shape;94;p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9: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 name="Google Shape;113;p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1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p1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sz="1100"/>
              <a:t>The minimization is explicitly approximated: it checks only certain production rules (up to a fixed size) and relies on an ordered comparison of constraints. When multiple constraints are borderline equivalent, small differences in evaluation order can lead to slightly different minimal sets (±1–2 constraints). This does not affect the overall results.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p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1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 name="Google Shape;143;p1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b9c2afa51c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 name="Google Shape;150;g3b9c2afa51c_0_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Font typeface="Arial"/>
              <a:buNone/>
            </a:pPr>
            <a:r>
              <a:t/>
            </a:r>
            <a:endParaRPr/>
          </a:p>
        </p:txBody>
      </p:sp>
      <p:sp>
        <p:nvSpPr>
          <p:cNvPr id="156" name="Google Shape;156;p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BJECT" type="tx">
  <p:cSld name="TITLE_AND_BODY">
    <p:spTree>
      <p:nvGrpSpPr>
        <p:cNvPr id="9" name="Shape 9"/>
        <p:cNvGrpSpPr/>
        <p:nvPr/>
      </p:nvGrpSpPr>
      <p:grpSpPr>
        <a:xfrm>
          <a:off x="0" y="0"/>
          <a:ext cx="0" cy="0"/>
          <a:chOff x="0" y="0"/>
          <a:chExt cx="0" cy="0"/>
        </a:xfrm>
      </p:grpSpPr>
      <p:sp>
        <p:nvSpPr>
          <p:cNvPr id="10" name="Google Shape;10;p16"/>
          <p:cNvSpPr txBox="1"/>
          <p:nvPr>
            <p:ph type="title"/>
          </p:nvPr>
        </p:nvSpPr>
        <p:spPr>
          <a:xfrm>
            <a:off x="457200" y="274638"/>
            <a:ext cx="8229600" cy="1143001"/>
          </a:xfrm>
          <a:prstGeom prst="rect">
            <a:avLst/>
          </a:prstGeom>
          <a:noFill/>
          <a:ln>
            <a:noFill/>
          </a:ln>
        </p:spPr>
        <p:txBody>
          <a:bodyPr anchorCtr="0" anchor="ctr" bIns="45675" lIns="45675" spcFirstLastPara="1" rIns="45675" wrap="square" tIns="45675">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11" name="Google Shape;11;p16"/>
          <p:cNvSpPr txBox="1"/>
          <p:nvPr>
            <p:ph idx="1" type="body"/>
          </p:nvPr>
        </p:nvSpPr>
        <p:spPr>
          <a:xfrm>
            <a:off x="457200" y="1600200"/>
            <a:ext cx="8229600" cy="4525963"/>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12" name="Google Shape;12;p16"/>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3" name="Shape 13"/>
        <p:cNvGrpSpPr/>
        <p:nvPr/>
      </p:nvGrpSpPr>
      <p:grpSpPr>
        <a:xfrm>
          <a:off x="0" y="0"/>
          <a:ext cx="0" cy="0"/>
          <a:chOff x="0" y="0"/>
          <a:chExt cx="0" cy="0"/>
        </a:xfrm>
      </p:grpSpPr>
      <p:sp>
        <p:nvSpPr>
          <p:cNvPr id="14" name="Google Shape;14;p17"/>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Font typeface="Calibri"/>
              <a:buNone/>
              <a:defRPr/>
            </a:lvl1pPr>
            <a:lvl2pPr lvl="1" algn="ctr">
              <a:lnSpc>
                <a:spcPct val="100000"/>
              </a:lnSpc>
              <a:spcBef>
                <a:spcPts val="0"/>
              </a:spcBef>
              <a:spcAft>
                <a:spcPts val="0"/>
              </a:spcAft>
              <a:buClr>
                <a:srgbClr val="000000"/>
              </a:buClr>
              <a:buSzPts val="1400"/>
              <a:buFont typeface="Calibri"/>
              <a:buNone/>
              <a:defRPr/>
            </a:lvl2pPr>
            <a:lvl3pPr lvl="2" algn="ctr">
              <a:lnSpc>
                <a:spcPct val="100000"/>
              </a:lnSpc>
              <a:spcBef>
                <a:spcPts val="0"/>
              </a:spcBef>
              <a:spcAft>
                <a:spcPts val="0"/>
              </a:spcAft>
              <a:buClr>
                <a:srgbClr val="000000"/>
              </a:buClr>
              <a:buSzPts val="1400"/>
              <a:buFont typeface="Calibri"/>
              <a:buNone/>
              <a:defRPr/>
            </a:lvl3pPr>
            <a:lvl4pPr lvl="3" algn="ctr">
              <a:lnSpc>
                <a:spcPct val="100000"/>
              </a:lnSpc>
              <a:spcBef>
                <a:spcPts val="0"/>
              </a:spcBef>
              <a:spcAft>
                <a:spcPts val="0"/>
              </a:spcAft>
              <a:buClr>
                <a:srgbClr val="000000"/>
              </a:buClr>
              <a:buSzPts val="1400"/>
              <a:buFont typeface="Calibri"/>
              <a:buNone/>
              <a:defRPr/>
            </a:lvl4pPr>
            <a:lvl5pPr lvl="4" algn="ctr">
              <a:lnSpc>
                <a:spcPct val="100000"/>
              </a:lnSpc>
              <a:spcBef>
                <a:spcPts val="0"/>
              </a:spcBef>
              <a:spcAft>
                <a:spcPts val="0"/>
              </a:spcAft>
              <a:buClr>
                <a:srgbClr val="000000"/>
              </a:buClr>
              <a:buSzPts val="1400"/>
              <a:buFont typeface="Calibri"/>
              <a:buNone/>
              <a:defRPr/>
            </a:lvl5pPr>
            <a:lvl6pPr lvl="5" algn="ctr">
              <a:lnSpc>
                <a:spcPct val="100000"/>
              </a:lnSpc>
              <a:spcBef>
                <a:spcPts val="0"/>
              </a:spcBef>
              <a:spcAft>
                <a:spcPts val="0"/>
              </a:spcAft>
              <a:buClr>
                <a:srgbClr val="000000"/>
              </a:buClr>
              <a:buSzPts val="1400"/>
              <a:buFont typeface="Calibri"/>
              <a:buNone/>
              <a:defRPr/>
            </a:lvl6pPr>
            <a:lvl7pPr lvl="6" algn="ctr">
              <a:lnSpc>
                <a:spcPct val="100000"/>
              </a:lnSpc>
              <a:spcBef>
                <a:spcPts val="0"/>
              </a:spcBef>
              <a:spcAft>
                <a:spcPts val="0"/>
              </a:spcAft>
              <a:buClr>
                <a:srgbClr val="000000"/>
              </a:buClr>
              <a:buSzPts val="1400"/>
              <a:buFont typeface="Calibri"/>
              <a:buNone/>
              <a:defRPr/>
            </a:lvl7pPr>
            <a:lvl8pPr lvl="7" algn="ctr">
              <a:lnSpc>
                <a:spcPct val="100000"/>
              </a:lnSpc>
              <a:spcBef>
                <a:spcPts val="0"/>
              </a:spcBef>
              <a:spcAft>
                <a:spcPts val="0"/>
              </a:spcAft>
              <a:buClr>
                <a:srgbClr val="000000"/>
              </a:buClr>
              <a:buSzPts val="1400"/>
              <a:buFont typeface="Calibri"/>
              <a:buNone/>
              <a:defRPr/>
            </a:lvl8pPr>
            <a:lvl9pPr lvl="8" algn="ctr">
              <a:lnSpc>
                <a:spcPct val="100000"/>
              </a:lnSpc>
              <a:spcBef>
                <a:spcPts val="0"/>
              </a:spcBef>
              <a:spcAft>
                <a:spcPts val="0"/>
              </a:spcAft>
              <a:buClr>
                <a:srgbClr val="000000"/>
              </a:buClr>
              <a:buSzPts val="1400"/>
              <a:buFont typeface="Calibri"/>
              <a:buNone/>
              <a:defRPr/>
            </a:lvl9pPr>
          </a:lstStyle>
          <a:p/>
        </p:txBody>
      </p:sp>
      <p:sp>
        <p:nvSpPr>
          <p:cNvPr id="17" name="Google Shape;17;p18"/>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9" name="Google Shape;19;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0" name="Google Shape;20;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 type="secHead">
  <p:cSld name="SECTION_HEADER">
    <p:spTree>
      <p:nvGrpSpPr>
        <p:cNvPr id="21" name="Shape 21"/>
        <p:cNvGrpSpPr/>
        <p:nvPr/>
      </p:nvGrpSpPr>
      <p:grpSpPr>
        <a:xfrm>
          <a:off x="0" y="0"/>
          <a:ext cx="0" cy="0"/>
          <a:chOff x="0" y="0"/>
          <a:chExt cx="0" cy="0"/>
        </a:xfrm>
      </p:grpSpPr>
      <p:sp>
        <p:nvSpPr>
          <p:cNvPr id="22" name="Google Shape;22;p19"/>
          <p:cNvSpPr txBox="1"/>
          <p:nvPr>
            <p:ph type="title"/>
          </p:nvPr>
        </p:nvSpPr>
        <p:spPr>
          <a:xfrm>
            <a:off x="722312" y="4406900"/>
            <a:ext cx="7772401" cy="1362075"/>
          </a:xfrm>
          <a:prstGeom prst="rect">
            <a:avLst/>
          </a:prstGeom>
          <a:noFill/>
          <a:ln>
            <a:noFill/>
          </a:ln>
        </p:spPr>
        <p:txBody>
          <a:bodyPr anchorCtr="0" anchor="t" bIns="45675" lIns="45675" spcFirstLastPara="1" rIns="45675" wrap="square" tIns="45675">
            <a:normAutofit/>
          </a:bodyPr>
          <a:lstStyle>
            <a:lvl1pPr lvl="0" algn="l">
              <a:lnSpc>
                <a:spcPct val="100000"/>
              </a:lnSpc>
              <a:spcBef>
                <a:spcPts val="0"/>
              </a:spcBef>
              <a:spcAft>
                <a:spcPts val="0"/>
              </a:spcAft>
              <a:buClr>
                <a:srgbClr val="000000"/>
              </a:buClr>
              <a:buSzPts val="4000"/>
              <a:buFont typeface="Calibri"/>
              <a:buNone/>
              <a:defRPr b="1" sz="4000"/>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23" name="Google Shape;23;p19"/>
          <p:cNvSpPr txBox="1"/>
          <p:nvPr>
            <p:ph idx="1" type="body"/>
          </p:nvPr>
        </p:nvSpPr>
        <p:spPr>
          <a:xfrm>
            <a:off x="722312" y="2906713"/>
            <a:ext cx="7772401" cy="1500188"/>
          </a:xfrm>
          <a:prstGeom prst="rect">
            <a:avLst/>
          </a:prstGeom>
          <a:noFill/>
          <a:ln>
            <a:noFill/>
          </a:ln>
        </p:spPr>
        <p:txBody>
          <a:bodyPr anchorCtr="0" anchor="b" bIns="45675" lIns="45675" spcFirstLastPara="1" rIns="45675" wrap="square" tIns="45675">
            <a:normAutofit/>
          </a:bodyPr>
          <a:lstStyle>
            <a:lvl1pPr indent="-228600" lvl="0" marL="457200" algn="l">
              <a:lnSpc>
                <a:spcPct val="100000"/>
              </a:lnSpc>
              <a:spcBef>
                <a:spcPts val="400"/>
              </a:spcBef>
              <a:spcAft>
                <a:spcPts val="0"/>
              </a:spcAft>
              <a:buClr>
                <a:srgbClr val="888888"/>
              </a:buClr>
              <a:buSzPts val="2000"/>
              <a:buFont typeface="Calibri"/>
              <a:buNone/>
              <a:defRPr sz="2000">
                <a:solidFill>
                  <a:srgbClr val="888888"/>
                </a:solidFill>
              </a:defRPr>
            </a:lvl1pPr>
            <a:lvl2pPr indent="-228600" lvl="1" marL="914400" algn="l">
              <a:lnSpc>
                <a:spcPct val="100000"/>
              </a:lnSpc>
              <a:spcBef>
                <a:spcPts val="400"/>
              </a:spcBef>
              <a:spcAft>
                <a:spcPts val="0"/>
              </a:spcAft>
              <a:buClr>
                <a:srgbClr val="888888"/>
              </a:buClr>
              <a:buSzPts val="2000"/>
              <a:buFont typeface="Calibri"/>
              <a:buNone/>
              <a:defRPr sz="2000">
                <a:solidFill>
                  <a:srgbClr val="888888"/>
                </a:solidFill>
              </a:defRPr>
            </a:lvl2pPr>
            <a:lvl3pPr indent="-228600" lvl="2" marL="1371600" algn="l">
              <a:lnSpc>
                <a:spcPct val="100000"/>
              </a:lnSpc>
              <a:spcBef>
                <a:spcPts val="400"/>
              </a:spcBef>
              <a:spcAft>
                <a:spcPts val="0"/>
              </a:spcAft>
              <a:buClr>
                <a:srgbClr val="888888"/>
              </a:buClr>
              <a:buSzPts val="2000"/>
              <a:buFont typeface="Calibri"/>
              <a:buNone/>
              <a:defRPr sz="2000">
                <a:solidFill>
                  <a:srgbClr val="888888"/>
                </a:solidFill>
              </a:defRPr>
            </a:lvl3pPr>
            <a:lvl4pPr indent="-228600" lvl="3" marL="1828800" algn="l">
              <a:lnSpc>
                <a:spcPct val="100000"/>
              </a:lnSpc>
              <a:spcBef>
                <a:spcPts val="400"/>
              </a:spcBef>
              <a:spcAft>
                <a:spcPts val="0"/>
              </a:spcAft>
              <a:buClr>
                <a:srgbClr val="888888"/>
              </a:buClr>
              <a:buSzPts val="2000"/>
              <a:buFont typeface="Calibri"/>
              <a:buNone/>
              <a:defRPr sz="2000">
                <a:solidFill>
                  <a:srgbClr val="888888"/>
                </a:solidFill>
              </a:defRPr>
            </a:lvl4pPr>
            <a:lvl5pPr indent="-228600" lvl="4" marL="2286000" algn="l">
              <a:lnSpc>
                <a:spcPct val="100000"/>
              </a:lnSpc>
              <a:spcBef>
                <a:spcPts val="400"/>
              </a:spcBef>
              <a:spcAft>
                <a:spcPts val="0"/>
              </a:spcAft>
              <a:buClr>
                <a:srgbClr val="888888"/>
              </a:buClr>
              <a:buSzPts val="2000"/>
              <a:buFont typeface="Calibri"/>
              <a:buNone/>
              <a:defRPr sz="2000">
                <a:solidFill>
                  <a:srgbClr val="888888"/>
                </a:solidFill>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24" name="Google Shape;24;p19"/>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_OBJECTS" type="twoObj">
  <p:cSld name="TWO_OBJECTS">
    <p:spTree>
      <p:nvGrpSpPr>
        <p:cNvPr id="25" name="Shape 25"/>
        <p:cNvGrpSpPr/>
        <p:nvPr/>
      </p:nvGrpSpPr>
      <p:grpSpPr>
        <a:xfrm>
          <a:off x="0" y="0"/>
          <a:ext cx="0" cy="0"/>
          <a:chOff x="0" y="0"/>
          <a:chExt cx="0" cy="0"/>
        </a:xfrm>
      </p:grpSpPr>
      <p:sp>
        <p:nvSpPr>
          <p:cNvPr id="26" name="Google Shape;26;p20"/>
          <p:cNvSpPr txBox="1"/>
          <p:nvPr>
            <p:ph type="title"/>
          </p:nvPr>
        </p:nvSpPr>
        <p:spPr>
          <a:xfrm>
            <a:off x="457200" y="274638"/>
            <a:ext cx="8229600" cy="1143001"/>
          </a:xfrm>
          <a:prstGeom prst="rect">
            <a:avLst/>
          </a:prstGeom>
          <a:noFill/>
          <a:ln>
            <a:noFill/>
          </a:ln>
        </p:spPr>
        <p:txBody>
          <a:bodyPr anchorCtr="0" anchor="ctr" bIns="45675" lIns="45675" spcFirstLastPara="1" rIns="45675" wrap="square" tIns="45675">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27" name="Google Shape;27;p20"/>
          <p:cNvSpPr txBox="1"/>
          <p:nvPr>
            <p:ph idx="1" type="body"/>
          </p:nvPr>
        </p:nvSpPr>
        <p:spPr>
          <a:xfrm>
            <a:off x="457200" y="1600200"/>
            <a:ext cx="4038600" cy="4525963"/>
          </a:xfrm>
          <a:prstGeom prst="rect">
            <a:avLst/>
          </a:prstGeom>
          <a:noFill/>
          <a:ln>
            <a:noFill/>
          </a:ln>
        </p:spPr>
        <p:txBody>
          <a:bodyPr anchorCtr="0" anchor="t" bIns="45675" lIns="45675" spcFirstLastPara="1" rIns="45675" wrap="square" tIns="45675">
            <a:normAutofit/>
          </a:bodyPr>
          <a:lstStyle>
            <a:lvl1pPr indent="-406400" lvl="0" marL="457200" algn="l">
              <a:lnSpc>
                <a:spcPct val="100000"/>
              </a:lnSpc>
              <a:spcBef>
                <a:spcPts val="500"/>
              </a:spcBef>
              <a:spcAft>
                <a:spcPts val="0"/>
              </a:spcAft>
              <a:buSzPts val="2800"/>
              <a:buChar char="•"/>
              <a:defRPr sz="2800"/>
            </a:lvl1pPr>
            <a:lvl2pPr indent="-406400" lvl="1" marL="914400" algn="l">
              <a:lnSpc>
                <a:spcPct val="100000"/>
              </a:lnSpc>
              <a:spcBef>
                <a:spcPts val="500"/>
              </a:spcBef>
              <a:spcAft>
                <a:spcPts val="0"/>
              </a:spcAft>
              <a:buSzPts val="2800"/>
              <a:buChar char="–"/>
              <a:defRPr sz="2800"/>
            </a:lvl2pPr>
            <a:lvl3pPr indent="-406400" lvl="2" marL="1371600" algn="l">
              <a:lnSpc>
                <a:spcPct val="100000"/>
              </a:lnSpc>
              <a:spcBef>
                <a:spcPts val="500"/>
              </a:spcBef>
              <a:spcAft>
                <a:spcPts val="0"/>
              </a:spcAft>
              <a:buSzPts val="2800"/>
              <a:buChar char="•"/>
              <a:defRPr sz="2800"/>
            </a:lvl3pPr>
            <a:lvl4pPr indent="-406400" lvl="3" marL="1828800" algn="l">
              <a:lnSpc>
                <a:spcPct val="100000"/>
              </a:lnSpc>
              <a:spcBef>
                <a:spcPts val="500"/>
              </a:spcBef>
              <a:spcAft>
                <a:spcPts val="0"/>
              </a:spcAft>
              <a:buSzPts val="2800"/>
              <a:buChar char="–"/>
              <a:defRPr sz="2800"/>
            </a:lvl4pPr>
            <a:lvl5pPr indent="-406400" lvl="4" marL="2286000" algn="l">
              <a:lnSpc>
                <a:spcPct val="100000"/>
              </a:lnSpc>
              <a:spcBef>
                <a:spcPts val="500"/>
              </a:spcBef>
              <a:spcAft>
                <a:spcPts val="0"/>
              </a:spcAft>
              <a:buSzPts val="2800"/>
              <a:buChar char="»"/>
              <a:defRPr sz="2800"/>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28" name="Google Shape;28;p20"/>
          <p:cNvSpPr txBox="1"/>
          <p:nvPr>
            <p:ph idx="2" type="body"/>
          </p:nvPr>
        </p:nvSpPr>
        <p:spPr>
          <a:xfrm>
            <a:off x="4648200" y="1600200"/>
            <a:ext cx="4038600" cy="4525963"/>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29" name="Google Shape;29;p20"/>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_OBJECTS_WITH_TEXT" type="twoTxTwoObj">
  <p:cSld name="TWO_OBJECTS_WITH_TEXT">
    <p:spTree>
      <p:nvGrpSpPr>
        <p:cNvPr id="30" name="Shape 30"/>
        <p:cNvGrpSpPr/>
        <p:nvPr/>
      </p:nvGrpSpPr>
      <p:grpSpPr>
        <a:xfrm>
          <a:off x="0" y="0"/>
          <a:ext cx="0" cy="0"/>
          <a:chOff x="0" y="0"/>
          <a:chExt cx="0" cy="0"/>
        </a:xfrm>
      </p:grpSpPr>
      <p:sp>
        <p:nvSpPr>
          <p:cNvPr id="31" name="Google Shape;31;p21"/>
          <p:cNvSpPr txBox="1"/>
          <p:nvPr>
            <p:ph type="title"/>
          </p:nvPr>
        </p:nvSpPr>
        <p:spPr>
          <a:xfrm>
            <a:off x="457200" y="274638"/>
            <a:ext cx="8229600" cy="1143001"/>
          </a:xfrm>
          <a:prstGeom prst="rect">
            <a:avLst/>
          </a:prstGeom>
          <a:noFill/>
          <a:ln>
            <a:noFill/>
          </a:ln>
        </p:spPr>
        <p:txBody>
          <a:bodyPr anchorCtr="0" anchor="ctr" bIns="45675" lIns="45675" spcFirstLastPara="1" rIns="45675" wrap="square" tIns="45675">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32" name="Google Shape;32;p21"/>
          <p:cNvSpPr txBox="1"/>
          <p:nvPr>
            <p:ph idx="1" type="body"/>
          </p:nvPr>
        </p:nvSpPr>
        <p:spPr>
          <a:xfrm>
            <a:off x="457200" y="1535112"/>
            <a:ext cx="4040188" cy="639763"/>
          </a:xfrm>
          <a:prstGeom prst="rect">
            <a:avLst/>
          </a:prstGeom>
          <a:noFill/>
          <a:ln>
            <a:noFill/>
          </a:ln>
        </p:spPr>
        <p:txBody>
          <a:bodyPr anchorCtr="0" anchor="b" bIns="45675" lIns="45675" spcFirstLastPara="1" rIns="45675" wrap="square" tIns="45675">
            <a:normAutofit/>
          </a:bodyPr>
          <a:lstStyle>
            <a:lvl1pPr indent="-228600" lvl="0" marL="457200" algn="l">
              <a:lnSpc>
                <a:spcPct val="100000"/>
              </a:lnSpc>
              <a:spcBef>
                <a:spcPts val="400"/>
              </a:spcBef>
              <a:spcAft>
                <a:spcPts val="0"/>
              </a:spcAft>
              <a:buClr>
                <a:srgbClr val="000000"/>
              </a:buClr>
              <a:buSzPts val="2400"/>
              <a:buFont typeface="Calibri"/>
              <a:buNone/>
              <a:defRPr b="1" sz="2400"/>
            </a:lvl1pPr>
            <a:lvl2pPr indent="-228600" lvl="1" marL="914400" algn="l">
              <a:lnSpc>
                <a:spcPct val="100000"/>
              </a:lnSpc>
              <a:spcBef>
                <a:spcPts val="400"/>
              </a:spcBef>
              <a:spcAft>
                <a:spcPts val="0"/>
              </a:spcAft>
              <a:buClr>
                <a:srgbClr val="000000"/>
              </a:buClr>
              <a:buSzPts val="2400"/>
              <a:buFont typeface="Calibri"/>
              <a:buNone/>
              <a:defRPr b="1" sz="2400"/>
            </a:lvl2pPr>
            <a:lvl3pPr indent="-228600" lvl="2" marL="1371600" algn="l">
              <a:lnSpc>
                <a:spcPct val="100000"/>
              </a:lnSpc>
              <a:spcBef>
                <a:spcPts val="400"/>
              </a:spcBef>
              <a:spcAft>
                <a:spcPts val="0"/>
              </a:spcAft>
              <a:buClr>
                <a:srgbClr val="000000"/>
              </a:buClr>
              <a:buSzPts val="2400"/>
              <a:buFont typeface="Calibri"/>
              <a:buNone/>
              <a:defRPr b="1" sz="2400"/>
            </a:lvl3pPr>
            <a:lvl4pPr indent="-228600" lvl="3" marL="1828800" algn="l">
              <a:lnSpc>
                <a:spcPct val="100000"/>
              </a:lnSpc>
              <a:spcBef>
                <a:spcPts val="400"/>
              </a:spcBef>
              <a:spcAft>
                <a:spcPts val="0"/>
              </a:spcAft>
              <a:buClr>
                <a:srgbClr val="000000"/>
              </a:buClr>
              <a:buSzPts val="2400"/>
              <a:buFont typeface="Calibri"/>
              <a:buNone/>
              <a:defRPr b="1" sz="2400"/>
            </a:lvl4pPr>
            <a:lvl5pPr indent="-228600" lvl="4" marL="2286000" algn="l">
              <a:lnSpc>
                <a:spcPct val="100000"/>
              </a:lnSpc>
              <a:spcBef>
                <a:spcPts val="400"/>
              </a:spcBef>
              <a:spcAft>
                <a:spcPts val="0"/>
              </a:spcAft>
              <a:buClr>
                <a:srgbClr val="000000"/>
              </a:buClr>
              <a:buSzPts val="2400"/>
              <a:buFont typeface="Calibri"/>
              <a:buNone/>
              <a:defRPr b="1" sz="2400"/>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33" name="Google Shape;33;p21"/>
          <p:cNvSpPr txBox="1"/>
          <p:nvPr>
            <p:ph idx="2" type="body"/>
          </p:nvPr>
        </p:nvSpPr>
        <p:spPr>
          <a:xfrm>
            <a:off x="457200" y="2174875"/>
            <a:ext cx="4040188" cy="3951288"/>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34" name="Google Shape;34;p21"/>
          <p:cNvSpPr txBox="1"/>
          <p:nvPr>
            <p:ph idx="3" type="body"/>
          </p:nvPr>
        </p:nvSpPr>
        <p:spPr>
          <a:xfrm>
            <a:off x="4645025" y="1535112"/>
            <a:ext cx="4041775" cy="639763"/>
          </a:xfrm>
          <a:prstGeom prst="rect">
            <a:avLst/>
          </a:prstGeom>
          <a:noFill/>
          <a:ln>
            <a:noFill/>
          </a:ln>
        </p:spPr>
        <p:txBody>
          <a:bodyPr anchorCtr="0" anchor="b"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35" name="Google Shape;35;p21"/>
          <p:cNvSpPr txBox="1"/>
          <p:nvPr>
            <p:ph idx="4" type="body"/>
          </p:nvPr>
        </p:nvSpPr>
        <p:spPr>
          <a:xfrm>
            <a:off x="4645025" y="2174875"/>
            <a:ext cx="4041775" cy="3951288"/>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36" name="Google Shape;36;p21"/>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ONLY" type="titleOnly">
  <p:cSld name="TITLE_ONLY">
    <p:spTree>
      <p:nvGrpSpPr>
        <p:cNvPr id="37" name="Shape 37"/>
        <p:cNvGrpSpPr/>
        <p:nvPr/>
      </p:nvGrpSpPr>
      <p:grpSpPr>
        <a:xfrm>
          <a:off x="0" y="0"/>
          <a:ext cx="0" cy="0"/>
          <a:chOff x="0" y="0"/>
          <a:chExt cx="0" cy="0"/>
        </a:xfrm>
      </p:grpSpPr>
      <p:sp>
        <p:nvSpPr>
          <p:cNvPr id="38" name="Google Shape;38;p22"/>
          <p:cNvSpPr txBox="1"/>
          <p:nvPr>
            <p:ph type="title"/>
          </p:nvPr>
        </p:nvSpPr>
        <p:spPr>
          <a:xfrm>
            <a:off x="457200" y="274638"/>
            <a:ext cx="8229600" cy="1143001"/>
          </a:xfrm>
          <a:prstGeom prst="rect">
            <a:avLst/>
          </a:prstGeom>
          <a:noFill/>
          <a:ln>
            <a:noFill/>
          </a:ln>
        </p:spPr>
        <p:txBody>
          <a:bodyPr anchorCtr="0" anchor="ctr" bIns="45675" lIns="45675" spcFirstLastPara="1" rIns="45675" wrap="square" tIns="45675">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39" name="Google Shape;39;p22"/>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BJECT_WITH_CAPTION_TEXT" type="objTx">
  <p:cSld name="OBJECT_WITH_CAPTION_TEXT">
    <p:spTree>
      <p:nvGrpSpPr>
        <p:cNvPr id="40" name="Shape 40"/>
        <p:cNvGrpSpPr/>
        <p:nvPr/>
      </p:nvGrpSpPr>
      <p:grpSpPr>
        <a:xfrm>
          <a:off x="0" y="0"/>
          <a:ext cx="0" cy="0"/>
          <a:chOff x="0" y="0"/>
          <a:chExt cx="0" cy="0"/>
        </a:xfrm>
      </p:grpSpPr>
      <p:sp>
        <p:nvSpPr>
          <p:cNvPr id="41" name="Google Shape;41;p23"/>
          <p:cNvSpPr txBox="1"/>
          <p:nvPr>
            <p:ph type="title"/>
          </p:nvPr>
        </p:nvSpPr>
        <p:spPr>
          <a:xfrm>
            <a:off x="457200" y="273050"/>
            <a:ext cx="3008314" cy="1162050"/>
          </a:xfrm>
          <a:prstGeom prst="rect">
            <a:avLst/>
          </a:prstGeom>
          <a:noFill/>
          <a:ln>
            <a:noFill/>
          </a:ln>
        </p:spPr>
        <p:txBody>
          <a:bodyPr anchorCtr="0" anchor="b" bIns="45675" lIns="45675" spcFirstLastPara="1" rIns="45675" wrap="square" tIns="45675">
            <a:normAutofit/>
          </a:bodyPr>
          <a:lstStyle>
            <a:lvl1pPr lvl="0" algn="l">
              <a:lnSpc>
                <a:spcPct val="100000"/>
              </a:lnSpc>
              <a:spcBef>
                <a:spcPts val="0"/>
              </a:spcBef>
              <a:spcAft>
                <a:spcPts val="0"/>
              </a:spcAft>
              <a:buClr>
                <a:srgbClr val="000000"/>
              </a:buClr>
              <a:buSzPts val="2000"/>
              <a:buFont typeface="Calibri"/>
              <a:buNone/>
              <a:defRPr b="1" sz="2000"/>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42" name="Google Shape;42;p23"/>
          <p:cNvSpPr txBox="1"/>
          <p:nvPr>
            <p:ph idx="1" type="body"/>
          </p:nvPr>
        </p:nvSpPr>
        <p:spPr>
          <a:xfrm>
            <a:off x="3575050" y="273050"/>
            <a:ext cx="5111750" cy="5853113"/>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600"/>
              </a:spcBef>
              <a:spcAft>
                <a:spcPts val="0"/>
              </a:spcAft>
              <a:buSzPts val="3200"/>
              <a:buChar char="•"/>
              <a:defRPr/>
            </a:lvl1pPr>
            <a:lvl2pPr indent="-431800" lvl="1" marL="914400" algn="l">
              <a:lnSpc>
                <a:spcPct val="100000"/>
              </a:lnSpc>
              <a:spcBef>
                <a:spcPts val="600"/>
              </a:spcBef>
              <a:spcAft>
                <a:spcPts val="0"/>
              </a:spcAft>
              <a:buSzPts val="3200"/>
              <a:buChar char="–"/>
              <a:defRPr/>
            </a:lvl2pPr>
            <a:lvl3pPr indent="-431800" lvl="2" marL="1371600" algn="l">
              <a:lnSpc>
                <a:spcPct val="100000"/>
              </a:lnSpc>
              <a:spcBef>
                <a:spcPts val="600"/>
              </a:spcBef>
              <a:spcAft>
                <a:spcPts val="0"/>
              </a:spcAft>
              <a:buSzPts val="3200"/>
              <a:buChar char="•"/>
              <a:defRPr/>
            </a:lvl3pPr>
            <a:lvl4pPr indent="-431800" lvl="3" marL="1828800" algn="l">
              <a:lnSpc>
                <a:spcPct val="100000"/>
              </a:lnSpc>
              <a:spcBef>
                <a:spcPts val="600"/>
              </a:spcBef>
              <a:spcAft>
                <a:spcPts val="0"/>
              </a:spcAft>
              <a:buSzPts val="3200"/>
              <a:buChar char="–"/>
              <a:defRPr/>
            </a:lvl4pPr>
            <a:lvl5pPr indent="-431800" lvl="4" marL="2286000" algn="l">
              <a:lnSpc>
                <a:spcPct val="100000"/>
              </a:lnSpc>
              <a:spcBef>
                <a:spcPts val="6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43" name="Google Shape;43;p23"/>
          <p:cNvSpPr txBox="1"/>
          <p:nvPr>
            <p:ph idx="2" type="body"/>
          </p:nvPr>
        </p:nvSpPr>
        <p:spPr>
          <a:xfrm>
            <a:off x="457199" y="1435100"/>
            <a:ext cx="3008315" cy="4691063"/>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44" name="Google Shape;44;p23"/>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_WITH_CAPTION_TEXT" type="picTx">
  <p:cSld name="PICTURE_WITH_CAPTION_TEXT">
    <p:spTree>
      <p:nvGrpSpPr>
        <p:cNvPr id="45" name="Shape 45"/>
        <p:cNvGrpSpPr/>
        <p:nvPr/>
      </p:nvGrpSpPr>
      <p:grpSpPr>
        <a:xfrm>
          <a:off x="0" y="0"/>
          <a:ext cx="0" cy="0"/>
          <a:chOff x="0" y="0"/>
          <a:chExt cx="0" cy="0"/>
        </a:xfrm>
      </p:grpSpPr>
      <p:sp>
        <p:nvSpPr>
          <p:cNvPr id="46" name="Google Shape;46;p24"/>
          <p:cNvSpPr txBox="1"/>
          <p:nvPr>
            <p:ph type="title"/>
          </p:nvPr>
        </p:nvSpPr>
        <p:spPr>
          <a:xfrm>
            <a:off x="1792288" y="4800600"/>
            <a:ext cx="5486401" cy="566738"/>
          </a:xfrm>
          <a:prstGeom prst="rect">
            <a:avLst/>
          </a:prstGeom>
          <a:noFill/>
          <a:ln>
            <a:noFill/>
          </a:ln>
        </p:spPr>
        <p:txBody>
          <a:bodyPr anchorCtr="0" anchor="b" bIns="45675" lIns="45675" spcFirstLastPara="1" rIns="45675" wrap="square" tIns="45675">
            <a:normAutofit/>
          </a:bodyPr>
          <a:lstStyle>
            <a:lvl1pPr lvl="0" algn="l">
              <a:lnSpc>
                <a:spcPct val="100000"/>
              </a:lnSpc>
              <a:spcBef>
                <a:spcPts val="0"/>
              </a:spcBef>
              <a:spcAft>
                <a:spcPts val="0"/>
              </a:spcAft>
              <a:buClr>
                <a:srgbClr val="000000"/>
              </a:buClr>
              <a:buSzPts val="2000"/>
              <a:buFont typeface="Calibri"/>
              <a:buNone/>
              <a:defRPr b="1" sz="2000"/>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47" name="Google Shape;47;p24"/>
          <p:cNvSpPr/>
          <p:nvPr>
            <p:ph idx="2" type="pic"/>
          </p:nvPr>
        </p:nvSpPr>
        <p:spPr>
          <a:xfrm>
            <a:off x="1792288" y="612775"/>
            <a:ext cx="5486401" cy="4114800"/>
          </a:xfrm>
          <a:prstGeom prst="rect">
            <a:avLst/>
          </a:prstGeom>
          <a:noFill/>
          <a:ln>
            <a:noFill/>
          </a:ln>
        </p:spPr>
      </p:sp>
      <p:sp>
        <p:nvSpPr>
          <p:cNvPr id="48" name="Google Shape;48;p24"/>
          <p:cNvSpPr txBox="1"/>
          <p:nvPr>
            <p:ph idx="1" type="body"/>
          </p:nvPr>
        </p:nvSpPr>
        <p:spPr>
          <a:xfrm>
            <a:off x="1792288" y="5367337"/>
            <a:ext cx="5486401" cy="804863"/>
          </a:xfrm>
          <a:prstGeom prst="rect">
            <a:avLst/>
          </a:prstGeom>
          <a:noFill/>
          <a:ln>
            <a:noFill/>
          </a:ln>
        </p:spPr>
        <p:txBody>
          <a:bodyPr anchorCtr="0" anchor="t" bIns="45675" lIns="45675" spcFirstLastPara="1" rIns="45675" wrap="square" tIns="45675">
            <a:normAutofit/>
          </a:bodyPr>
          <a:lstStyle>
            <a:lvl1pPr indent="-228600" lvl="0" marL="457200" algn="l">
              <a:lnSpc>
                <a:spcPct val="100000"/>
              </a:lnSpc>
              <a:spcBef>
                <a:spcPts val="200"/>
              </a:spcBef>
              <a:spcAft>
                <a:spcPts val="0"/>
              </a:spcAft>
              <a:buClr>
                <a:srgbClr val="000000"/>
              </a:buClr>
              <a:buSzPts val="1400"/>
              <a:buFont typeface="Calibri"/>
              <a:buNone/>
              <a:defRPr sz="1400"/>
            </a:lvl1pPr>
            <a:lvl2pPr indent="-228600" lvl="1" marL="914400" algn="l">
              <a:lnSpc>
                <a:spcPct val="100000"/>
              </a:lnSpc>
              <a:spcBef>
                <a:spcPts val="200"/>
              </a:spcBef>
              <a:spcAft>
                <a:spcPts val="0"/>
              </a:spcAft>
              <a:buClr>
                <a:srgbClr val="000000"/>
              </a:buClr>
              <a:buSzPts val="1400"/>
              <a:buFont typeface="Calibri"/>
              <a:buNone/>
              <a:defRPr sz="1400"/>
            </a:lvl2pPr>
            <a:lvl3pPr indent="-228600" lvl="2" marL="1371600" algn="l">
              <a:lnSpc>
                <a:spcPct val="100000"/>
              </a:lnSpc>
              <a:spcBef>
                <a:spcPts val="200"/>
              </a:spcBef>
              <a:spcAft>
                <a:spcPts val="0"/>
              </a:spcAft>
              <a:buClr>
                <a:srgbClr val="000000"/>
              </a:buClr>
              <a:buSzPts val="1400"/>
              <a:buFont typeface="Calibri"/>
              <a:buNone/>
              <a:defRPr sz="1400"/>
            </a:lvl3pPr>
            <a:lvl4pPr indent="-228600" lvl="3" marL="1828800" algn="l">
              <a:lnSpc>
                <a:spcPct val="100000"/>
              </a:lnSpc>
              <a:spcBef>
                <a:spcPts val="200"/>
              </a:spcBef>
              <a:spcAft>
                <a:spcPts val="0"/>
              </a:spcAft>
              <a:buClr>
                <a:srgbClr val="000000"/>
              </a:buClr>
              <a:buSzPts val="1400"/>
              <a:buFont typeface="Calibri"/>
              <a:buNone/>
              <a:defRPr sz="1400"/>
            </a:lvl4pPr>
            <a:lvl5pPr indent="-228600" lvl="4" marL="2286000" algn="l">
              <a:lnSpc>
                <a:spcPct val="100000"/>
              </a:lnSpc>
              <a:spcBef>
                <a:spcPts val="200"/>
              </a:spcBef>
              <a:spcAft>
                <a:spcPts val="0"/>
              </a:spcAft>
              <a:buClr>
                <a:srgbClr val="000000"/>
              </a:buClr>
              <a:buSzPts val="1400"/>
              <a:buFont typeface="Calibri"/>
              <a:buNone/>
              <a:defRPr sz="1400"/>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49" name="Google Shape;49;p24"/>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_TEXT" type="vertTx">
  <p:cSld name="VERTICAL_TEXT">
    <p:spTree>
      <p:nvGrpSpPr>
        <p:cNvPr id="50" name="Shape 50"/>
        <p:cNvGrpSpPr/>
        <p:nvPr/>
      </p:nvGrpSpPr>
      <p:grpSpPr>
        <a:xfrm>
          <a:off x="0" y="0"/>
          <a:ext cx="0" cy="0"/>
          <a:chOff x="0" y="0"/>
          <a:chExt cx="0" cy="0"/>
        </a:xfrm>
      </p:grpSpPr>
      <p:sp>
        <p:nvSpPr>
          <p:cNvPr id="51" name="Google Shape;51;p25"/>
          <p:cNvSpPr txBox="1"/>
          <p:nvPr>
            <p:ph type="title"/>
          </p:nvPr>
        </p:nvSpPr>
        <p:spPr>
          <a:xfrm>
            <a:off x="457200" y="274638"/>
            <a:ext cx="8229600" cy="1143001"/>
          </a:xfrm>
          <a:prstGeom prst="rect">
            <a:avLst/>
          </a:prstGeom>
          <a:noFill/>
          <a:ln>
            <a:noFill/>
          </a:ln>
        </p:spPr>
        <p:txBody>
          <a:bodyPr anchorCtr="0" anchor="ctr" bIns="45675" lIns="45675" spcFirstLastPara="1" rIns="45675" wrap="square" tIns="45675">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52" name="Google Shape;52;p25"/>
          <p:cNvSpPr txBox="1"/>
          <p:nvPr>
            <p:ph idx="1" type="body"/>
          </p:nvPr>
        </p:nvSpPr>
        <p:spPr>
          <a:xfrm rot="5400000">
            <a:off x="2309018" y="-251618"/>
            <a:ext cx="4525964" cy="8229601"/>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53" name="Google Shape;53;p25"/>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_TITLE_AND_VERTICAL_TEXT" type="vertTitleAndTx">
  <p:cSld name="VERTICAL_TITLE_AND_VERTICAL_TEXT">
    <p:spTree>
      <p:nvGrpSpPr>
        <p:cNvPr id="54" name="Shape 54"/>
        <p:cNvGrpSpPr/>
        <p:nvPr/>
      </p:nvGrpSpPr>
      <p:grpSpPr>
        <a:xfrm>
          <a:off x="0" y="0"/>
          <a:ext cx="0" cy="0"/>
          <a:chOff x="0" y="0"/>
          <a:chExt cx="0" cy="0"/>
        </a:xfrm>
      </p:grpSpPr>
      <p:sp>
        <p:nvSpPr>
          <p:cNvPr id="55" name="Google Shape;55;p26"/>
          <p:cNvSpPr txBox="1"/>
          <p:nvPr>
            <p:ph type="title"/>
          </p:nvPr>
        </p:nvSpPr>
        <p:spPr>
          <a:xfrm rot="5400000">
            <a:off x="4732337" y="2171700"/>
            <a:ext cx="5851526" cy="2057401"/>
          </a:xfrm>
          <a:prstGeom prst="rect">
            <a:avLst/>
          </a:prstGeom>
          <a:noFill/>
          <a:ln>
            <a:noFill/>
          </a:ln>
        </p:spPr>
        <p:txBody>
          <a:bodyPr anchorCtr="0" anchor="ctr" bIns="45675" lIns="45675" spcFirstLastPara="1" rIns="45675" wrap="square" tIns="45675">
            <a:normAutofit/>
          </a:bodyPr>
          <a:lstStyle>
            <a:lvl1pPr lvl="0" algn="ctr">
              <a:lnSpc>
                <a:spcPct val="100000"/>
              </a:lnSpc>
              <a:spcBef>
                <a:spcPts val="0"/>
              </a:spcBef>
              <a:spcAft>
                <a:spcPts val="0"/>
              </a:spcAft>
              <a:buClr>
                <a:srgbClr val="000000"/>
              </a:buClr>
              <a:buSzPts val="1800"/>
              <a:buNone/>
              <a:defRPr/>
            </a:lvl1pPr>
            <a:lvl2pPr lvl="1" algn="ctr">
              <a:lnSpc>
                <a:spcPct val="100000"/>
              </a:lnSpc>
              <a:spcBef>
                <a:spcPts val="0"/>
              </a:spcBef>
              <a:spcAft>
                <a:spcPts val="0"/>
              </a:spcAft>
              <a:buClr>
                <a:srgbClr val="000000"/>
              </a:buClr>
              <a:buSzPts val="1800"/>
              <a:buNone/>
              <a:defRPr/>
            </a:lvl2pPr>
            <a:lvl3pPr lvl="2" algn="ctr">
              <a:lnSpc>
                <a:spcPct val="100000"/>
              </a:lnSpc>
              <a:spcBef>
                <a:spcPts val="0"/>
              </a:spcBef>
              <a:spcAft>
                <a:spcPts val="0"/>
              </a:spcAft>
              <a:buClr>
                <a:srgbClr val="000000"/>
              </a:buClr>
              <a:buSzPts val="1800"/>
              <a:buNone/>
              <a:defRPr/>
            </a:lvl3pPr>
            <a:lvl4pPr lvl="3" algn="ctr">
              <a:lnSpc>
                <a:spcPct val="100000"/>
              </a:lnSpc>
              <a:spcBef>
                <a:spcPts val="0"/>
              </a:spcBef>
              <a:spcAft>
                <a:spcPts val="0"/>
              </a:spcAft>
              <a:buClr>
                <a:srgbClr val="000000"/>
              </a:buClr>
              <a:buSzPts val="1800"/>
              <a:buNone/>
              <a:defRPr/>
            </a:lvl4pPr>
            <a:lvl5pPr lvl="4" algn="ctr">
              <a:lnSpc>
                <a:spcPct val="100000"/>
              </a:lnSpc>
              <a:spcBef>
                <a:spcPts val="0"/>
              </a:spcBef>
              <a:spcAft>
                <a:spcPts val="0"/>
              </a:spcAft>
              <a:buClr>
                <a:srgbClr val="000000"/>
              </a:buClr>
              <a:buSzPts val="1800"/>
              <a:buNone/>
              <a:defRPr/>
            </a:lvl5pPr>
            <a:lvl6pPr lvl="5" algn="ctr">
              <a:lnSpc>
                <a:spcPct val="100000"/>
              </a:lnSpc>
              <a:spcBef>
                <a:spcPts val="0"/>
              </a:spcBef>
              <a:spcAft>
                <a:spcPts val="0"/>
              </a:spcAft>
              <a:buClr>
                <a:srgbClr val="000000"/>
              </a:buClr>
              <a:buSzPts val="1800"/>
              <a:buNone/>
              <a:defRPr/>
            </a:lvl6pPr>
            <a:lvl7pPr lvl="6" algn="ctr">
              <a:lnSpc>
                <a:spcPct val="100000"/>
              </a:lnSpc>
              <a:spcBef>
                <a:spcPts val="0"/>
              </a:spcBef>
              <a:spcAft>
                <a:spcPts val="0"/>
              </a:spcAft>
              <a:buClr>
                <a:srgbClr val="000000"/>
              </a:buClr>
              <a:buSzPts val="1800"/>
              <a:buNone/>
              <a:defRPr/>
            </a:lvl7pPr>
            <a:lvl8pPr lvl="7" algn="ctr">
              <a:lnSpc>
                <a:spcPct val="100000"/>
              </a:lnSpc>
              <a:spcBef>
                <a:spcPts val="0"/>
              </a:spcBef>
              <a:spcAft>
                <a:spcPts val="0"/>
              </a:spcAft>
              <a:buClr>
                <a:srgbClr val="000000"/>
              </a:buClr>
              <a:buSzPts val="1800"/>
              <a:buNone/>
              <a:defRPr/>
            </a:lvl8pPr>
            <a:lvl9pPr lvl="8" algn="ctr">
              <a:lnSpc>
                <a:spcPct val="100000"/>
              </a:lnSpc>
              <a:spcBef>
                <a:spcPts val="0"/>
              </a:spcBef>
              <a:spcAft>
                <a:spcPts val="0"/>
              </a:spcAft>
              <a:buClr>
                <a:srgbClr val="000000"/>
              </a:buClr>
              <a:buSzPts val="1800"/>
              <a:buNone/>
              <a:defRPr/>
            </a:lvl9pPr>
          </a:lstStyle>
          <a:p/>
        </p:txBody>
      </p:sp>
      <p:sp>
        <p:nvSpPr>
          <p:cNvPr id="56" name="Google Shape;56;p26"/>
          <p:cNvSpPr txBox="1"/>
          <p:nvPr>
            <p:ph idx="1" type="body"/>
          </p:nvPr>
        </p:nvSpPr>
        <p:spPr>
          <a:xfrm rot="5400000">
            <a:off x="541337" y="190500"/>
            <a:ext cx="5851526" cy="6019800"/>
          </a:xfrm>
          <a:prstGeom prst="rect">
            <a:avLst/>
          </a:prstGeom>
          <a:noFill/>
          <a:ln>
            <a:noFill/>
          </a:ln>
        </p:spPr>
        <p:txBody>
          <a:bodyPr anchorCtr="0" anchor="t" bIns="45675" lIns="45675" spcFirstLastPara="1" rIns="45675" wrap="square" tIns="45675">
            <a:normAutofit/>
          </a:bodyPr>
          <a:lstStyle>
            <a:lvl1pPr indent="-431800" lvl="0" marL="457200" algn="l">
              <a:lnSpc>
                <a:spcPct val="100000"/>
              </a:lnSpc>
              <a:spcBef>
                <a:spcPts val="300"/>
              </a:spcBef>
              <a:spcAft>
                <a:spcPts val="0"/>
              </a:spcAft>
              <a:buSzPts val="3200"/>
              <a:buChar char="•"/>
              <a:defRPr/>
            </a:lvl1pPr>
            <a:lvl2pPr indent="-431800" lvl="1" marL="914400" algn="l">
              <a:lnSpc>
                <a:spcPct val="100000"/>
              </a:lnSpc>
              <a:spcBef>
                <a:spcPts val="300"/>
              </a:spcBef>
              <a:spcAft>
                <a:spcPts val="0"/>
              </a:spcAft>
              <a:buSzPts val="3200"/>
              <a:buChar char="–"/>
              <a:defRPr/>
            </a:lvl2pPr>
            <a:lvl3pPr indent="-431800" lvl="2" marL="1371600" algn="l">
              <a:lnSpc>
                <a:spcPct val="100000"/>
              </a:lnSpc>
              <a:spcBef>
                <a:spcPts val="300"/>
              </a:spcBef>
              <a:spcAft>
                <a:spcPts val="0"/>
              </a:spcAft>
              <a:buSzPts val="3200"/>
              <a:buChar char="•"/>
              <a:defRPr/>
            </a:lvl3pPr>
            <a:lvl4pPr indent="-431800" lvl="3" marL="1828800" algn="l">
              <a:lnSpc>
                <a:spcPct val="100000"/>
              </a:lnSpc>
              <a:spcBef>
                <a:spcPts val="300"/>
              </a:spcBef>
              <a:spcAft>
                <a:spcPts val="0"/>
              </a:spcAft>
              <a:buSzPts val="3200"/>
              <a:buChar char="–"/>
              <a:defRPr/>
            </a:lvl4pPr>
            <a:lvl5pPr indent="-431800" lvl="4" marL="2286000" algn="l">
              <a:lnSpc>
                <a:spcPct val="100000"/>
              </a:lnSpc>
              <a:spcBef>
                <a:spcPts val="300"/>
              </a:spcBef>
              <a:spcAft>
                <a:spcPts val="0"/>
              </a:spcAft>
              <a:buSzPts val="3200"/>
              <a:buChar char="»"/>
              <a:defRPr/>
            </a:lvl5pPr>
            <a:lvl6pPr indent="-431800" lvl="5" marL="2743200" algn="l">
              <a:lnSpc>
                <a:spcPct val="100000"/>
              </a:lnSpc>
              <a:spcBef>
                <a:spcPts val="300"/>
              </a:spcBef>
              <a:spcAft>
                <a:spcPts val="0"/>
              </a:spcAft>
              <a:buSzPts val="3200"/>
              <a:buChar char="•"/>
              <a:defRPr/>
            </a:lvl6pPr>
            <a:lvl7pPr indent="-431800" lvl="6" marL="3200400" algn="l">
              <a:lnSpc>
                <a:spcPct val="100000"/>
              </a:lnSpc>
              <a:spcBef>
                <a:spcPts val="300"/>
              </a:spcBef>
              <a:spcAft>
                <a:spcPts val="0"/>
              </a:spcAft>
              <a:buSzPts val="3200"/>
              <a:buChar char="•"/>
              <a:defRPr/>
            </a:lvl7pPr>
            <a:lvl8pPr indent="-431800" lvl="7" marL="3657600" algn="l">
              <a:lnSpc>
                <a:spcPct val="100000"/>
              </a:lnSpc>
              <a:spcBef>
                <a:spcPts val="300"/>
              </a:spcBef>
              <a:spcAft>
                <a:spcPts val="0"/>
              </a:spcAft>
              <a:buSzPts val="3200"/>
              <a:buChar char="•"/>
              <a:defRPr/>
            </a:lvl8pPr>
            <a:lvl9pPr indent="-431800" lvl="8" marL="4114800" algn="l">
              <a:lnSpc>
                <a:spcPct val="100000"/>
              </a:lnSpc>
              <a:spcBef>
                <a:spcPts val="300"/>
              </a:spcBef>
              <a:spcAft>
                <a:spcPts val="0"/>
              </a:spcAft>
              <a:buSzPts val="3200"/>
              <a:buChar char="•"/>
              <a:defRPr/>
            </a:lvl9pPr>
          </a:lstStyle>
          <a:p/>
        </p:txBody>
      </p:sp>
      <p:sp>
        <p:nvSpPr>
          <p:cNvPr id="57" name="Google Shape;57;p26"/>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15"/>
          <p:cNvSpPr txBox="1"/>
          <p:nvPr>
            <p:ph type="title"/>
          </p:nvPr>
        </p:nvSpPr>
        <p:spPr>
          <a:xfrm>
            <a:off x="457200" y="274638"/>
            <a:ext cx="8229600" cy="1143001"/>
          </a:xfrm>
          <a:prstGeom prst="rect">
            <a:avLst/>
          </a:prstGeom>
          <a:noFill/>
          <a:ln>
            <a:noFill/>
          </a:ln>
        </p:spPr>
        <p:txBody>
          <a:bodyPr anchorCtr="0" anchor="ctr" bIns="45675" lIns="45675" spcFirstLastPara="1" rIns="45675" wrap="square" tIns="45675">
            <a:normAutofit/>
          </a:bodyPr>
          <a:lstStyle>
            <a:lvl1pPr lvl="0"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1pPr>
            <a:lvl2pPr lvl="1"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2pPr>
            <a:lvl3pPr lvl="2"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3pPr>
            <a:lvl4pPr lvl="3"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4pPr>
            <a:lvl5pPr lvl="4"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5pPr>
            <a:lvl6pPr lvl="5"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6pPr>
            <a:lvl7pPr lvl="6"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7pPr>
            <a:lvl8pPr lvl="7"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8pPr>
            <a:lvl9pPr lvl="8" marR="0" rtl="0" algn="ctr">
              <a:lnSpc>
                <a:spcPct val="10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9pPr>
          </a:lstStyle>
          <a:p/>
        </p:txBody>
      </p:sp>
      <p:sp>
        <p:nvSpPr>
          <p:cNvPr id="7" name="Google Shape;7;p15"/>
          <p:cNvSpPr txBox="1"/>
          <p:nvPr>
            <p:ph idx="1" type="body"/>
          </p:nvPr>
        </p:nvSpPr>
        <p:spPr>
          <a:xfrm>
            <a:off x="457200" y="1600200"/>
            <a:ext cx="8229600" cy="4525963"/>
          </a:xfrm>
          <a:prstGeom prst="rect">
            <a:avLst/>
          </a:prstGeom>
          <a:noFill/>
          <a:ln>
            <a:noFill/>
          </a:ln>
        </p:spPr>
        <p:txBody>
          <a:bodyPr anchorCtr="0" anchor="t" bIns="45675" lIns="45675" spcFirstLastPara="1" rIns="45675" wrap="square" tIns="45675">
            <a:normAutofit/>
          </a:bodyPr>
          <a:lstStyle>
            <a:lvl1pPr indent="-431800" lvl="0" marL="4572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1pPr>
            <a:lvl2pPr indent="-431800" lvl="1" marL="9144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2pPr>
            <a:lvl3pPr indent="-431800" lvl="2" marL="13716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3pPr>
            <a:lvl4pPr indent="-431800" lvl="3" marL="18288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4pPr>
            <a:lvl5pPr indent="-431800" lvl="4" marL="22860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5pPr>
            <a:lvl6pPr indent="-431800" lvl="5" marL="27432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6pPr>
            <a:lvl7pPr indent="-431800" lvl="6" marL="32004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7pPr>
            <a:lvl8pPr indent="-431800" lvl="7" marL="36576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8pPr>
            <a:lvl9pPr indent="-431800" lvl="8" marL="4114800" marR="0" rtl="0" algn="l">
              <a:lnSpc>
                <a:spcPct val="100000"/>
              </a:lnSpc>
              <a:spcBef>
                <a:spcPts val="300"/>
              </a:spcBef>
              <a:spcAft>
                <a:spcPts val="0"/>
              </a:spcAft>
              <a:buClr>
                <a:srgbClr val="000000"/>
              </a:buClr>
              <a:buSzPts val="3200"/>
              <a:buFont typeface="Arial"/>
              <a:buChar char="•"/>
              <a:defRPr b="0" i="0" sz="3200" u="none" cap="none" strike="noStrike">
                <a:solidFill>
                  <a:srgbClr val="000000"/>
                </a:solidFill>
                <a:latin typeface="Calibri"/>
                <a:ea typeface="Calibri"/>
                <a:cs typeface="Calibri"/>
                <a:sym typeface="Calibri"/>
              </a:defRPr>
            </a:lvl9pPr>
          </a:lstStyle>
          <a:p/>
        </p:txBody>
      </p:sp>
      <p:sp>
        <p:nvSpPr>
          <p:cNvPr id="8" name="Google Shape;8;p15"/>
          <p:cNvSpPr txBox="1"/>
          <p:nvPr>
            <p:ph idx="12" type="sldNum"/>
          </p:nvPr>
        </p:nvSpPr>
        <p:spPr>
          <a:xfrm>
            <a:off x="8428216" y="6414780"/>
            <a:ext cx="258585" cy="248265"/>
          </a:xfrm>
          <a:prstGeom prst="rect">
            <a:avLst/>
          </a:prstGeom>
          <a:noFill/>
          <a:ln>
            <a:noFill/>
          </a:ln>
        </p:spPr>
        <p:txBody>
          <a:bodyPr anchorCtr="0" anchor="ctr" bIns="45675" lIns="45675" spcFirstLastPara="1" rIns="45675" wrap="square" tIns="45675">
            <a:spAutoFit/>
          </a:bodyPr>
          <a:lstStyle>
            <a:lvl1pPr indent="0" lvl="0"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888888"/>
              </a:buClr>
              <a:buSzPts val="1200"/>
              <a:buFont typeface="Calibri"/>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github.com/knikzad/process-mining-conformance-diagnostics-replication/tree/main" TargetMode="Externa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61" name="Shape 61"/>
        <p:cNvGrpSpPr/>
        <p:nvPr/>
      </p:nvGrpSpPr>
      <p:grpSpPr>
        <a:xfrm>
          <a:off x="0" y="0"/>
          <a:ext cx="0" cy="0"/>
          <a:chOff x="0" y="0"/>
          <a:chExt cx="0" cy="0"/>
        </a:xfrm>
      </p:grpSpPr>
      <p:sp>
        <p:nvSpPr>
          <p:cNvPr id="62" name="Google Shape;62;p1"/>
          <p:cNvSpPr txBox="1"/>
          <p:nvPr>
            <p:ph idx="1" type="body"/>
          </p:nvPr>
        </p:nvSpPr>
        <p:spPr>
          <a:xfrm>
            <a:off x="457200" y="1327125"/>
            <a:ext cx="8229600" cy="5301000"/>
          </a:xfrm>
          <a:prstGeom prst="rect">
            <a:avLst/>
          </a:prstGeom>
          <a:noFill/>
          <a:ln>
            <a:noFill/>
          </a:ln>
        </p:spPr>
        <p:txBody>
          <a:bodyPr anchorCtr="0" anchor="t" bIns="45675" lIns="45675" spcFirstLastPara="1" rIns="45675" wrap="square" tIns="45675">
            <a:normAutofit fontScale="85000" lnSpcReduction="20000"/>
          </a:bodyPr>
          <a:lstStyle/>
          <a:p>
            <a:pPr indent="0" lvl="0" marL="0" rtl="0" algn="ctr">
              <a:lnSpc>
                <a:spcPct val="90000"/>
              </a:lnSpc>
              <a:spcBef>
                <a:spcPts val="0"/>
              </a:spcBef>
              <a:spcAft>
                <a:spcPts val="0"/>
              </a:spcAft>
              <a:buSzPct val="96875"/>
              <a:buNone/>
            </a:pPr>
            <a:r>
              <a:rPr lang="en-US">
                <a:solidFill>
                  <a:srgbClr val="1E1E1E"/>
                </a:solidFill>
                <a:latin typeface="Lalezar"/>
                <a:ea typeface="Lalezar"/>
                <a:cs typeface="Lalezar"/>
                <a:sym typeface="Lalezar"/>
              </a:rPr>
              <a:t>VU Business Intelligence II</a:t>
            </a:r>
            <a:endParaRPr>
              <a:solidFill>
                <a:srgbClr val="666666"/>
              </a:solidFill>
              <a:latin typeface="Lalezar"/>
              <a:ea typeface="Lalezar"/>
              <a:cs typeface="Lalezar"/>
              <a:sym typeface="Lalezar"/>
            </a:endParaRPr>
          </a:p>
          <a:p>
            <a:pPr indent="0" lvl="0" marL="0" rtl="0" algn="l">
              <a:lnSpc>
                <a:spcPct val="90000"/>
              </a:lnSpc>
              <a:spcBef>
                <a:spcPts val="0"/>
              </a:spcBef>
              <a:spcAft>
                <a:spcPts val="0"/>
              </a:spcAft>
              <a:buSzPct val="100000"/>
              <a:buNone/>
            </a:pPr>
            <a:r>
              <a:t/>
            </a:r>
            <a:endParaRPr>
              <a:solidFill>
                <a:srgbClr val="0B5394"/>
              </a:solidFill>
            </a:endParaRPr>
          </a:p>
          <a:p>
            <a:pPr indent="0" lvl="0" marL="0" rtl="0" algn="ctr">
              <a:lnSpc>
                <a:spcPct val="90000"/>
              </a:lnSpc>
              <a:spcBef>
                <a:spcPts val="0"/>
              </a:spcBef>
              <a:spcAft>
                <a:spcPts val="0"/>
              </a:spcAft>
              <a:buSzPct val="64582"/>
              <a:buNone/>
            </a:pPr>
            <a:r>
              <a:rPr lang="en-US" sz="4800">
                <a:solidFill>
                  <a:srgbClr val="1E1E1E"/>
                </a:solidFill>
                <a:latin typeface="Lalezar"/>
                <a:ea typeface="Lalezar"/>
                <a:cs typeface="Lalezar"/>
                <a:sym typeface="Lalezar"/>
              </a:rPr>
              <a:t>Replication Study: </a:t>
            </a:r>
            <a:r>
              <a:rPr lang="en-US" sz="4800">
                <a:solidFill>
                  <a:srgbClr val="1E1E1E"/>
                </a:solidFill>
                <a:latin typeface="Lalezar"/>
                <a:ea typeface="Lalezar"/>
                <a:cs typeface="Lalezar"/>
                <a:sym typeface="Lalezar"/>
              </a:rPr>
              <a:t>Mining Behavioral Patterns for Conformance Diagnostics</a:t>
            </a:r>
            <a:endParaRPr sz="4800">
              <a:solidFill>
                <a:srgbClr val="434343"/>
              </a:solidFill>
              <a:latin typeface="Lalezar"/>
              <a:ea typeface="Lalezar"/>
              <a:cs typeface="Lalezar"/>
              <a:sym typeface="Lalezar"/>
            </a:endParaRPr>
          </a:p>
          <a:p>
            <a:pPr indent="0" lvl="0" marL="0" rtl="0" algn="l">
              <a:lnSpc>
                <a:spcPct val="90000"/>
              </a:lnSpc>
              <a:spcBef>
                <a:spcPts val="0"/>
              </a:spcBef>
              <a:spcAft>
                <a:spcPts val="0"/>
              </a:spcAft>
              <a:buSzPct val="96875"/>
              <a:buNone/>
            </a:pPr>
            <a:r>
              <a:t/>
            </a:r>
            <a:endParaRPr/>
          </a:p>
          <a:p>
            <a:pPr indent="0" lvl="0" marL="0" rtl="0" algn="l">
              <a:lnSpc>
                <a:spcPct val="90000"/>
              </a:lnSpc>
              <a:spcBef>
                <a:spcPts val="0"/>
              </a:spcBef>
              <a:spcAft>
                <a:spcPts val="0"/>
              </a:spcAft>
              <a:buSzPct val="96875"/>
              <a:buNone/>
            </a:pPr>
            <a:r>
              <a:t/>
            </a:r>
            <a:endParaRPr/>
          </a:p>
          <a:p>
            <a:pPr indent="0" lvl="0" marL="0" rtl="0" algn="l">
              <a:lnSpc>
                <a:spcPct val="90000"/>
              </a:lnSpc>
              <a:spcBef>
                <a:spcPts val="0"/>
              </a:spcBef>
              <a:spcAft>
                <a:spcPts val="0"/>
              </a:spcAft>
              <a:buSzPct val="96875"/>
              <a:buNone/>
            </a:pPr>
            <a:r>
              <a:t/>
            </a:r>
            <a:endParaRPr/>
          </a:p>
          <a:p>
            <a:pPr indent="0" lvl="0" marL="0" rtl="0" algn="ctr">
              <a:lnSpc>
                <a:spcPct val="150000"/>
              </a:lnSpc>
              <a:spcBef>
                <a:spcPts val="500"/>
              </a:spcBef>
              <a:spcAft>
                <a:spcPts val="0"/>
              </a:spcAft>
              <a:buSzPct val="147619"/>
              <a:buNone/>
            </a:pPr>
            <a:r>
              <a:rPr lang="en-US" sz="2100">
                <a:solidFill>
                  <a:srgbClr val="1E1E1E"/>
                </a:solidFill>
                <a:latin typeface="Arial"/>
                <a:ea typeface="Arial"/>
                <a:cs typeface="Arial"/>
                <a:sym typeface="Arial"/>
              </a:rPr>
              <a:t>A Presentation By Khalifa Nikzad, Fatemehsadat Sepehrihosseini, Azizullah Massomy, Shogofa Nawrozy, Irdi Kuka</a:t>
            </a:r>
            <a:endParaRPr sz="2100"/>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0" lvl="0" marL="0" rtl="0" algn="l">
              <a:lnSpc>
                <a:spcPct val="100000"/>
              </a:lnSpc>
              <a:spcBef>
                <a:spcPts val="0"/>
              </a:spcBef>
              <a:spcAft>
                <a:spcPts val="0"/>
              </a:spcAft>
              <a:buSzPct val="216216"/>
              <a:buNone/>
            </a:pPr>
            <a:r>
              <a:t/>
            </a:r>
            <a:endParaRPr sz="1600">
              <a:solidFill>
                <a:srgbClr val="2C4D39"/>
              </a:solidFill>
              <a:latin typeface="Arial"/>
              <a:ea typeface="Arial"/>
              <a:cs typeface="Arial"/>
              <a:sym typeface="Arial"/>
            </a:endParaRPr>
          </a:p>
          <a:p>
            <a:pPr indent="443483" lvl="0" marL="0" marR="0" rtl="0" algn="r">
              <a:lnSpc>
                <a:spcPct val="80000"/>
              </a:lnSpc>
              <a:spcBef>
                <a:spcPts val="500"/>
              </a:spcBef>
              <a:spcAft>
                <a:spcPts val="0"/>
              </a:spcAft>
              <a:buClr>
                <a:srgbClr val="000000"/>
              </a:buClr>
              <a:buSzPct val="122526"/>
              <a:buFont typeface="Arial"/>
              <a:buNone/>
            </a:pPr>
            <a:r>
              <a:rPr lang="en-US" sz="1900">
                <a:solidFill>
                  <a:srgbClr val="434343"/>
                </a:solidFill>
              </a:rPr>
              <a:t>Winter semester 2025 </a:t>
            </a:r>
            <a:endParaRPr sz="1900">
              <a:solidFill>
                <a:srgbClr val="434343"/>
              </a:solidFill>
            </a:endParaRPr>
          </a:p>
        </p:txBody>
      </p:sp>
      <p:pic>
        <p:nvPicPr>
          <p:cNvPr id="63" name="Google Shape;63;p1"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67" name="Shape 67"/>
        <p:cNvGrpSpPr/>
        <p:nvPr/>
      </p:nvGrpSpPr>
      <p:grpSpPr>
        <a:xfrm>
          <a:off x="0" y="0"/>
          <a:ext cx="0" cy="0"/>
          <a:chOff x="0" y="0"/>
          <a:chExt cx="0" cy="0"/>
        </a:xfrm>
      </p:grpSpPr>
      <p:sp>
        <p:nvSpPr>
          <p:cNvPr id="68" name="Google Shape;68;p2"/>
          <p:cNvSpPr txBox="1"/>
          <p:nvPr>
            <p:ph idx="1" type="body"/>
          </p:nvPr>
        </p:nvSpPr>
        <p:spPr>
          <a:xfrm>
            <a:off x="457200" y="2083481"/>
            <a:ext cx="8229600" cy="4526102"/>
          </a:xfrm>
          <a:prstGeom prst="rect">
            <a:avLst/>
          </a:prstGeom>
          <a:noFill/>
          <a:ln>
            <a:noFill/>
          </a:ln>
        </p:spPr>
        <p:txBody>
          <a:bodyPr anchorCtr="0" anchor="t" bIns="45675" lIns="45675" spcFirstLastPara="1" rIns="45675" wrap="square" tIns="45675">
            <a:normAutofit lnSpcReduction="10000"/>
          </a:bodyPr>
          <a:lstStyle/>
          <a:p>
            <a:pPr indent="-275844" lvl="0" marL="332613" rtl="0" algn="l">
              <a:lnSpc>
                <a:spcPct val="80000"/>
              </a:lnSpc>
              <a:spcBef>
                <a:spcPts val="0"/>
              </a:spcBef>
              <a:spcAft>
                <a:spcPts val="0"/>
              </a:spcAft>
              <a:buSzPts val="2200"/>
              <a:buChar char="•"/>
            </a:pPr>
            <a:r>
              <a:rPr lang="en-US" sz="2200">
                <a:solidFill>
                  <a:srgbClr val="1E1E1E"/>
                </a:solidFill>
                <a:latin typeface="Arial"/>
                <a:ea typeface="Arial"/>
                <a:cs typeface="Arial"/>
                <a:sym typeface="Arial"/>
              </a:rPr>
              <a:t>Process mining compares real executions (logs) with process models</a:t>
            </a:r>
            <a:br>
              <a:rPr lang="en-US" sz="2200">
                <a:latin typeface="Arial"/>
                <a:ea typeface="Arial"/>
                <a:cs typeface="Arial"/>
                <a:sym typeface="Arial"/>
              </a:rPr>
            </a:br>
            <a:endParaRPr sz="2200">
              <a:latin typeface="Arial"/>
              <a:ea typeface="Arial"/>
              <a:cs typeface="Arial"/>
              <a:sym typeface="Arial"/>
            </a:endParaRPr>
          </a:p>
          <a:p>
            <a:pPr indent="-275844" lvl="0" marL="332613" rtl="0" algn="l">
              <a:lnSpc>
                <a:spcPct val="80000"/>
              </a:lnSpc>
              <a:spcBef>
                <a:spcPts val="0"/>
              </a:spcBef>
              <a:spcAft>
                <a:spcPts val="0"/>
              </a:spcAft>
              <a:buSzPts val="2200"/>
              <a:buChar char="•"/>
            </a:pPr>
            <a:r>
              <a:rPr lang="en-US" sz="2200">
                <a:solidFill>
                  <a:srgbClr val="1E1E1E"/>
                </a:solidFill>
                <a:latin typeface="Arial"/>
                <a:ea typeface="Arial"/>
                <a:cs typeface="Arial"/>
                <a:sym typeface="Arial"/>
              </a:rPr>
              <a:t>Deviations are common in real-life processes</a:t>
            </a:r>
            <a:br>
              <a:rPr lang="en-US" sz="2200">
                <a:latin typeface="Arial"/>
                <a:ea typeface="Arial"/>
                <a:cs typeface="Arial"/>
                <a:sym typeface="Arial"/>
              </a:rPr>
            </a:br>
            <a:endParaRPr sz="2200">
              <a:latin typeface="Arial"/>
              <a:ea typeface="Arial"/>
              <a:cs typeface="Arial"/>
              <a:sym typeface="Arial"/>
            </a:endParaRPr>
          </a:p>
          <a:p>
            <a:pPr indent="-275844" lvl="0" marL="332613" rtl="0" algn="l">
              <a:lnSpc>
                <a:spcPct val="80000"/>
              </a:lnSpc>
              <a:spcBef>
                <a:spcPts val="0"/>
              </a:spcBef>
              <a:spcAft>
                <a:spcPts val="0"/>
              </a:spcAft>
              <a:buSzPts val="2200"/>
              <a:buChar char="•"/>
            </a:pPr>
            <a:r>
              <a:rPr lang="en-US" sz="2200">
                <a:solidFill>
                  <a:srgbClr val="1E1E1E"/>
                </a:solidFill>
                <a:latin typeface="Arial"/>
                <a:ea typeface="Arial"/>
                <a:cs typeface="Arial"/>
                <a:sym typeface="Arial"/>
              </a:rPr>
              <a:t>The challenge:</a:t>
            </a:r>
            <a:br>
              <a:rPr lang="en-US" sz="2200">
                <a:latin typeface="Arial"/>
                <a:ea typeface="Arial"/>
                <a:cs typeface="Arial"/>
                <a:sym typeface="Arial"/>
              </a:rPr>
            </a:br>
            <a:r>
              <a:rPr lang="en-US" sz="2200">
                <a:solidFill>
                  <a:srgbClr val="1E1E1E"/>
                </a:solidFill>
                <a:latin typeface="Arial"/>
                <a:ea typeface="Arial"/>
                <a:cs typeface="Arial"/>
                <a:sym typeface="Arial"/>
              </a:rPr>
              <a:t>How can we detect and explain deviations in a meaningful way?</a:t>
            </a:r>
            <a:endParaRPr i="1" sz="2200">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443482" lvl="0" marL="0" marR="0" rtl="0" algn="r">
              <a:lnSpc>
                <a:spcPct val="80000"/>
              </a:lnSpc>
              <a:spcBef>
                <a:spcPts val="500"/>
              </a:spcBef>
              <a:spcAft>
                <a:spcPts val="0"/>
              </a:spcAft>
              <a:buSzPts val="2328"/>
              <a:buNone/>
            </a:pPr>
            <a:r>
              <a:rPr lang="en-US" sz="1900">
                <a:solidFill>
                  <a:srgbClr val="434343"/>
                </a:solidFill>
              </a:rPr>
              <a:t>Winter semester 2025 </a:t>
            </a:r>
            <a:endParaRPr sz="1900">
              <a:solidFill>
                <a:srgbClr val="434343"/>
              </a:solidFill>
            </a:endParaRPr>
          </a:p>
        </p:txBody>
      </p:sp>
      <p:sp>
        <p:nvSpPr>
          <p:cNvPr id="69" name="Google Shape;69;p2"/>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Paper Overview – Context</a:t>
            </a:r>
            <a:endParaRPr sz="3600">
              <a:solidFill>
                <a:srgbClr val="434343"/>
              </a:solidFill>
              <a:latin typeface="Lalezar"/>
              <a:ea typeface="Lalezar"/>
              <a:cs typeface="Lalezar"/>
              <a:sym typeface="Lalezar"/>
            </a:endParaRPr>
          </a:p>
        </p:txBody>
      </p:sp>
      <p:pic>
        <p:nvPicPr>
          <p:cNvPr id="70" name="Google Shape;70;p2"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74" name="Shape 74"/>
        <p:cNvGrpSpPr/>
        <p:nvPr/>
      </p:nvGrpSpPr>
      <p:grpSpPr>
        <a:xfrm>
          <a:off x="0" y="0"/>
          <a:ext cx="0" cy="0"/>
          <a:chOff x="0" y="0"/>
          <a:chExt cx="0" cy="0"/>
        </a:xfrm>
      </p:grpSpPr>
      <p:sp>
        <p:nvSpPr>
          <p:cNvPr id="75" name="Google Shape;75;p3"/>
          <p:cNvSpPr txBox="1"/>
          <p:nvPr>
            <p:ph idx="1" type="body"/>
          </p:nvPr>
        </p:nvSpPr>
        <p:spPr>
          <a:xfrm>
            <a:off x="457200" y="1761301"/>
            <a:ext cx="8229600" cy="5096700"/>
          </a:xfrm>
          <a:prstGeom prst="rect">
            <a:avLst/>
          </a:prstGeom>
          <a:noFill/>
          <a:ln>
            <a:noFill/>
          </a:ln>
        </p:spPr>
        <p:txBody>
          <a:bodyPr anchorCtr="0" anchor="t" bIns="45675" lIns="45675" spcFirstLastPara="1" rIns="45675" wrap="square" tIns="45675">
            <a:normAutofit/>
          </a:bodyPr>
          <a:lstStyle/>
          <a:p>
            <a:pPr indent="-330200" lvl="0" marL="34290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Problem:</a:t>
            </a:r>
            <a:endParaRPr sz="2200">
              <a:latin typeface="Arial"/>
              <a:ea typeface="Arial"/>
              <a:cs typeface="Arial"/>
              <a:sym typeface="Arial"/>
            </a:endParaRPr>
          </a:p>
          <a:p>
            <a:pPr indent="-311150" lvl="1" marL="74295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Many common deviations</a:t>
            </a:r>
            <a:endParaRPr sz="2200">
              <a:latin typeface="Arial"/>
              <a:ea typeface="Arial"/>
              <a:cs typeface="Arial"/>
              <a:sym typeface="Arial"/>
            </a:endParaRPr>
          </a:p>
          <a:p>
            <a:pPr indent="-311150" lvl="1" marL="74295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Hard to explain them clearly</a:t>
            </a:r>
            <a:endParaRPr sz="2200">
              <a:latin typeface="Arial"/>
              <a:ea typeface="Arial"/>
              <a:cs typeface="Arial"/>
              <a:sym typeface="Arial"/>
            </a:endParaRPr>
          </a:p>
          <a:p>
            <a:pPr indent="-330200" lvl="0" marL="34290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Authors’ idea:</a:t>
            </a:r>
            <a:endParaRPr sz="2200">
              <a:latin typeface="Arial"/>
              <a:ea typeface="Arial"/>
              <a:cs typeface="Arial"/>
              <a:sym typeface="Arial"/>
            </a:endParaRPr>
          </a:p>
          <a:p>
            <a:pPr indent="-311150" lvl="1" marL="74295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Use </a:t>
            </a:r>
            <a:r>
              <a:rPr b="1" lang="en-US" sz="2200">
                <a:solidFill>
                  <a:srgbClr val="1E1E1E"/>
                </a:solidFill>
                <a:latin typeface="Arial"/>
                <a:ea typeface="Arial"/>
                <a:cs typeface="Arial"/>
                <a:sym typeface="Arial"/>
              </a:rPr>
              <a:t>behavioral constraints</a:t>
            </a:r>
            <a:endParaRPr b="1" sz="2200">
              <a:latin typeface="Arial"/>
              <a:ea typeface="Arial"/>
              <a:cs typeface="Arial"/>
              <a:sym typeface="Arial"/>
            </a:endParaRPr>
          </a:p>
          <a:p>
            <a:pPr indent="-311150" lvl="1" marL="74295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Automatically discover patterns that explain deviations</a:t>
            </a:r>
            <a:endParaRPr sz="2200">
              <a:latin typeface="Arial"/>
              <a:ea typeface="Arial"/>
              <a:cs typeface="Arial"/>
              <a:sym typeface="Arial"/>
            </a:endParaRPr>
          </a:p>
          <a:p>
            <a:pPr indent="-330200" lvl="0" marL="34290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Key novelty (simple):</a:t>
            </a:r>
            <a:endParaRPr b="1" sz="2200">
              <a:latin typeface="Arial"/>
              <a:ea typeface="Arial"/>
              <a:cs typeface="Arial"/>
              <a:sym typeface="Arial"/>
            </a:endParaRPr>
          </a:p>
          <a:p>
            <a:pPr indent="-311150" lvl="1" marL="74295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Not only </a:t>
            </a:r>
            <a:r>
              <a:rPr i="1" lang="en-US" sz="2200">
                <a:solidFill>
                  <a:srgbClr val="1E1E1E"/>
                </a:solidFill>
                <a:latin typeface="Arial"/>
                <a:ea typeface="Arial"/>
                <a:cs typeface="Arial"/>
                <a:sym typeface="Arial"/>
              </a:rPr>
              <a:t>detect</a:t>
            </a:r>
            <a:r>
              <a:rPr lang="en-US" sz="2200">
                <a:solidFill>
                  <a:srgbClr val="1E1E1E"/>
                </a:solidFill>
                <a:latin typeface="Arial"/>
                <a:ea typeface="Arial"/>
                <a:cs typeface="Arial"/>
                <a:sym typeface="Arial"/>
              </a:rPr>
              <a:t> deviations</a:t>
            </a:r>
            <a:endParaRPr sz="2200">
              <a:latin typeface="Arial"/>
              <a:ea typeface="Arial"/>
              <a:cs typeface="Arial"/>
              <a:sym typeface="Arial"/>
            </a:endParaRPr>
          </a:p>
          <a:p>
            <a:pPr indent="-311150" lvl="1" marL="74295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Also </a:t>
            </a:r>
            <a:r>
              <a:rPr i="1" lang="en-US" sz="2200">
                <a:solidFill>
                  <a:srgbClr val="1E1E1E"/>
                </a:solidFill>
                <a:latin typeface="Arial"/>
                <a:ea typeface="Arial"/>
                <a:cs typeface="Arial"/>
                <a:sym typeface="Arial"/>
              </a:rPr>
              <a:t>explain</a:t>
            </a:r>
            <a:r>
              <a:rPr lang="en-US" sz="2200">
                <a:solidFill>
                  <a:srgbClr val="1E1E1E"/>
                </a:solidFill>
                <a:latin typeface="Arial"/>
                <a:ea typeface="Arial"/>
                <a:cs typeface="Arial"/>
                <a:sym typeface="Arial"/>
              </a:rPr>
              <a:t> them in a structured way</a:t>
            </a:r>
            <a:endParaRPr sz="2200">
              <a:solidFill>
                <a:srgbClr val="0B5394"/>
              </a:solidFill>
              <a:latin typeface="Arial"/>
              <a:ea typeface="Arial"/>
              <a:cs typeface="Arial"/>
              <a:sym typeface="Arial"/>
            </a:endParaRPr>
          </a:p>
          <a:p>
            <a:pPr indent="0" lvl="0" marL="0" rtl="0" algn="l">
              <a:lnSpc>
                <a:spcPct val="80000"/>
              </a:lnSpc>
              <a:spcBef>
                <a:spcPts val="1200"/>
              </a:spcBef>
              <a:spcAft>
                <a:spcPts val="0"/>
              </a:spcAft>
              <a:buSzPts val="2400"/>
              <a:buNone/>
            </a:pPr>
            <a:r>
              <a:t/>
            </a:r>
            <a:endParaRPr sz="2200">
              <a:solidFill>
                <a:srgbClr val="0B5394"/>
              </a:solidFill>
              <a:latin typeface="Arial"/>
              <a:ea typeface="Arial"/>
              <a:cs typeface="Arial"/>
              <a:sym typeface="Arial"/>
            </a:endParaRPr>
          </a:p>
          <a:p>
            <a:pPr indent="0" lvl="0" marL="0" rtl="0" algn="l">
              <a:lnSpc>
                <a:spcPct val="80000"/>
              </a:lnSpc>
              <a:spcBef>
                <a:spcPts val="600"/>
              </a:spcBef>
              <a:spcAft>
                <a:spcPts val="0"/>
              </a:spcAft>
              <a:buSzPts val="2400"/>
              <a:buNone/>
            </a:pPr>
            <a:r>
              <a:t/>
            </a:r>
            <a:endParaRPr sz="2200">
              <a:solidFill>
                <a:srgbClr val="0B5394"/>
              </a:solidFill>
              <a:latin typeface="Arial"/>
              <a:ea typeface="Arial"/>
              <a:cs typeface="Arial"/>
              <a:sym typeface="Arial"/>
            </a:endParaRPr>
          </a:p>
          <a:p>
            <a:pPr indent="0" lvl="0" marL="0" rtl="0" algn="l">
              <a:lnSpc>
                <a:spcPct val="80000"/>
              </a:lnSpc>
              <a:spcBef>
                <a:spcPts val="600"/>
              </a:spcBef>
              <a:spcAft>
                <a:spcPts val="0"/>
              </a:spcAft>
              <a:buSzPts val="2400"/>
              <a:buNone/>
            </a:pPr>
            <a:r>
              <a:t/>
            </a:r>
            <a:endParaRPr sz="2200">
              <a:solidFill>
                <a:srgbClr val="0B5394"/>
              </a:solidFill>
              <a:latin typeface="Arial"/>
              <a:ea typeface="Arial"/>
              <a:cs typeface="Arial"/>
              <a:sym typeface="Arial"/>
            </a:endParaRPr>
          </a:p>
          <a:p>
            <a:pPr indent="0" lvl="0" marL="0" rtl="0" algn="l">
              <a:lnSpc>
                <a:spcPct val="80000"/>
              </a:lnSpc>
              <a:spcBef>
                <a:spcPts val="600"/>
              </a:spcBef>
              <a:spcAft>
                <a:spcPts val="0"/>
              </a:spcAft>
              <a:buSzPts val="2400"/>
              <a:buNone/>
            </a:pPr>
            <a:r>
              <a:t/>
            </a:r>
            <a:endParaRPr sz="2200">
              <a:solidFill>
                <a:srgbClr val="0B5394"/>
              </a:solidFill>
              <a:latin typeface="Arial"/>
              <a:ea typeface="Arial"/>
              <a:cs typeface="Arial"/>
              <a:sym typeface="Arial"/>
            </a:endParaRPr>
          </a:p>
          <a:p>
            <a:pPr indent="0" lvl="0" marL="0" rtl="0" algn="l">
              <a:lnSpc>
                <a:spcPct val="80000"/>
              </a:lnSpc>
              <a:spcBef>
                <a:spcPts val="600"/>
              </a:spcBef>
              <a:spcAft>
                <a:spcPts val="0"/>
              </a:spcAft>
              <a:buSzPts val="2400"/>
              <a:buNone/>
            </a:pPr>
            <a:r>
              <a:t/>
            </a:r>
            <a:endParaRPr sz="2200">
              <a:solidFill>
                <a:srgbClr val="0B5394"/>
              </a:solidFill>
              <a:latin typeface="Arial"/>
              <a:ea typeface="Arial"/>
              <a:cs typeface="Arial"/>
              <a:sym typeface="Arial"/>
            </a:endParaRPr>
          </a:p>
          <a:p>
            <a:pPr indent="443482" lvl="0" marL="0" marR="0" rtl="0" algn="r">
              <a:lnSpc>
                <a:spcPct val="80000"/>
              </a:lnSpc>
              <a:spcBef>
                <a:spcPts val="500"/>
              </a:spcBef>
              <a:spcAft>
                <a:spcPts val="0"/>
              </a:spcAft>
              <a:buClr>
                <a:srgbClr val="000000"/>
              </a:buClr>
              <a:buSzPts val="2328"/>
              <a:buFont typeface="Arial"/>
              <a:buNone/>
            </a:pPr>
            <a:r>
              <a:rPr lang="en-US" sz="1900">
                <a:solidFill>
                  <a:srgbClr val="434343"/>
                </a:solidFill>
              </a:rPr>
              <a:t>Winter semester 2025 </a:t>
            </a:r>
            <a:endParaRPr sz="1900">
              <a:solidFill>
                <a:srgbClr val="434343"/>
              </a:solidFill>
            </a:endParaRPr>
          </a:p>
        </p:txBody>
      </p:sp>
      <p:sp>
        <p:nvSpPr>
          <p:cNvPr id="76" name="Google Shape;76;p3"/>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Paper Overview: Problem &amp; Idea</a:t>
            </a:r>
            <a:endParaRPr/>
          </a:p>
        </p:txBody>
      </p:sp>
      <p:pic>
        <p:nvPicPr>
          <p:cNvPr id="77" name="Google Shape;77;p3"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81" name="Shape 81"/>
        <p:cNvGrpSpPr/>
        <p:nvPr/>
      </p:nvGrpSpPr>
      <p:grpSpPr>
        <a:xfrm>
          <a:off x="0" y="0"/>
          <a:ext cx="0" cy="0"/>
          <a:chOff x="0" y="0"/>
          <a:chExt cx="0" cy="0"/>
        </a:xfrm>
      </p:grpSpPr>
      <p:sp>
        <p:nvSpPr>
          <p:cNvPr id="82" name="Google Shape;82;p4"/>
          <p:cNvSpPr txBox="1"/>
          <p:nvPr>
            <p:ph idx="1" type="body"/>
          </p:nvPr>
        </p:nvSpPr>
        <p:spPr>
          <a:xfrm>
            <a:off x="457200" y="1761294"/>
            <a:ext cx="8229600" cy="4526101"/>
          </a:xfrm>
          <a:prstGeom prst="rect">
            <a:avLst/>
          </a:prstGeom>
          <a:noFill/>
          <a:ln>
            <a:noFill/>
          </a:ln>
        </p:spPr>
        <p:txBody>
          <a:bodyPr anchorCtr="0" anchor="t" bIns="45675" lIns="45675" spcFirstLastPara="1" rIns="45675" wrap="square" tIns="45675">
            <a:noAutofit/>
          </a:bodyPr>
          <a:lstStyle/>
          <a:p>
            <a:pPr indent="-363728" lvl="0" marL="448055"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Input:</a:t>
            </a:r>
            <a:endParaRPr sz="2200">
              <a:latin typeface="Arial"/>
              <a:ea typeface="Arial"/>
              <a:cs typeface="Arial"/>
              <a:sym typeface="Arial"/>
            </a:endParaRPr>
          </a:p>
          <a:p>
            <a:pPr indent="-363728" lvl="1" marL="896111"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Process model</a:t>
            </a:r>
            <a:endParaRPr sz="2200">
              <a:latin typeface="Arial"/>
              <a:ea typeface="Arial"/>
              <a:cs typeface="Arial"/>
              <a:sym typeface="Arial"/>
            </a:endParaRPr>
          </a:p>
          <a:p>
            <a:pPr indent="-363728" lvl="1" marL="896111"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Event log</a:t>
            </a:r>
            <a:endParaRPr sz="2200">
              <a:latin typeface="Arial"/>
              <a:ea typeface="Arial"/>
              <a:cs typeface="Arial"/>
              <a:sym typeface="Arial"/>
            </a:endParaRPr>
          </a:p>
          <a:p>
            <a:pPr indent="-363728" lvl="0" marL="448055"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Steps:</a:t>
            </a:r>
            <a:endParaRPr sz="2200">
              <a:latin typeface="Arial"/>
              <a:ea typeface="Arial"/>
              <a:cs typeface="Arial"/>
              <a:sym typeface="Arial"/>
            </a:endParaRPr>
          </a:p>
          <a:p>
            <a:pPr indent="-363728" lvl="1" marL="896111"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Instantiate candidate constraints </a:t>
            </a:r>
            <a:endParaRPr sz="2200">
              <a:latin typeface="Arial"/>
              <a:ea typeface="Arial"/>
              <a:cs typeface="Arial"/>
              <a:sym typeface="Arial"/>
            </a:endParaRPr>
          </a:p>
          <a:p>
            <a:pPr indent="-363728" lvl="1" marL="896111"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Check which constraints hold in the model </a:t>
            </a:r>
            <a:endParaRPr sz="2200">
              <a:latin typeface="Arial"/>
              <a:ea typeface="Arial"/>
              <a:cs typeface="Arial"/>
              <a:sym typeface="Arial"/>
            </a:endParaRPr>
          </a:p>
          <a:p>
            <a:pPr indent="-363728" lvl="1" marL="896111"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Minimize constraints</a:t>
            </a:r>
            <a:endParaRPr sz="2200">
              <a:latin typeface="Arial"/>
              <a:ea typeface="Arial"/>
              <a:cs typeface="Arial"/>
              <a:sym typeface="Arial"/>
            </a:endParaRPr>
          </a:p>
          <a:p>
            <a:pPr indent="-363728" lvl="1" marL="896111" rtl="0" algn="l">
              <a:lnSpc>
                <a:spcPct val="115000"/>
              </a:lnSpc>
              <a:spcBef>
                <a:spcPts val="0"/>
              </a:spcBef>
              <a:spcAft>
                <a:spcPts val="0"/>
              </a:spcAft>
              <a:buSzPts val="2200"/>
              <a:buChar char="○"/>
            </a:pPr>
            <a:r>
              <a:rPr lang="en-US" sz="2200">
                <a:solidFill>
                  <a:srgbClr val="1E1E1E"/>
                </a:solidFill>
                <a:latin typeface="Arial"/>
                <a:ea typeface="Arial"/>
                <a:cs typeface="Arial"/>
                <a:sym typeface="Arial"/>
              </a:rPr>
              <a:t>Use them to explain deviations</a:t>
            </a:r>
            <a:endParaRPr sz="2200">
              <a:latin typeface="Arial"/>
              <a:ea typeface="Arial"/>
              <a:cs typeface="Arial"/>
              <a:sym typeface="Arial"/>
            </a:endParaRPr>
          </a:p>
          <a:p>
            <a:pPr indent="0" lvl="0" marL="0" rtl="0" algn="l">
              <a:lnSpc>
                <a:spcPct val="100000"/>
              </a:lnSpc>
              <a:spcBef>
                <a:spcPts val="1100"/>
              </a:spcBef>
              <a:spcAft>
                <a:spcPts val="0"/>
              </a:spcAft>
              <a:buSzPts val="2352"/>
              <a:buNone/>
            </a:pPr>
            <a:r>
              <a:t/>
            </a:r>
            <a:endParaRPr sz="2200">
              <a:solidFill>
                <a:srgbClr val="0B5394"/>
              </a:solidFill>
              <a:latin typeface="Arial"/>
              <a:ea typeface="Arial"/>
              <a:cs typeface="Arial"/>
              <a:sym typeface="Arial"/>
            </a:endParaRPr>
          </a:p>
          <a:p>
            <a:pPr indent="0" lvl="0" marL="0" rtl="0" algn="l">
              <a:lnSpc>
                <a:spcPct val="100000"/>
              </a:lnSpc>
              <a:spcBef>
                <a:spcPts val="1100"/>
              </a:spcBef>
              <a:spcAft>
                <a:spcPts val="0"/>
              </a:spcAft>
              <a:buSzPts val="2352"/>
              <a:buNone/>
            </a:pPr>
            <a:r>
              <a:t/>
            </a:r>
            <a:endParaRPr sz="2200">
              <a:solidFill>
                <a:srgbClr val="0B5394"/>
              </a:solidFill>
              <a:latin typeface="Arial"/>
              <a:ea typeface="Arial"/>
              <a:cs typeface="Arial"/>
              <a:sym typeface="Arial"/>
            </a:endParaRPr>
          </a:p>
          <a:p>
            <a:pPr indent="0" lvl="0" marL="0" rtl="0" algn="l">
              <a:lnSpc>
                <a:spcPct val="100000"/>
              </a:lnSpc>
              <a:spcBef>
                <a:spcPts val="500"/>
              </a:spcBef>
              <a:spcAft>
                <a:spcPts val="0"/>
              </a:spcAft>
              <a:buSzPts val="2352"/>
              <a:buNone/>
            </a:pPr>
            <a:r>
              <a:t/>
            </a:r>
            <a:endParaRPr sz="2200">
              <a:solidFill>
                <a:srgbClr val="0B5394"/>
              </a:solidFill>
              <a:latin typeface="Arial"/>
              <a:ea typeface="Arial"/>
              <a:cs typeface="Arial"/>
              <a:sym typeface="Arial"/>
            </a:endParaRPr>
          </a:p>
          <a:p>
            <a:pPr indent="443482" lvl="0" marL="0" marR="0" rtl="0" algn="r">
              <a:lnSpc>
                <a:spcPct val="80000"/>
              </a:lnSpc>
              <a:spcBef>
                <a:spcPts val="500"/>
              </a:spcBef>
              <a:spcAft>
                <a:spcPts val="0"/>
              </a:spcAft>
              <a:buClr>
                <a:srgbClr val="000000"/>
              </a:buClr>
              <a:buSzPts val="2328"/>
              <a:buFont typeface="Arial"/>
              <a:buNone/>
            </a:pPr>
            <a:r>
              <a:rPr lang="en-US" sz="1900">
                <a:solidFill>
                  <a:srgbClr val="434343"/>
                </a:solidFill>
              </a:rPr>
              <a:t>Winter semester 2025 </a:t>
            </a:r>
            <a:endParaRPr sz="1900">
              <a:solidFill>
                <a:srgbClr val="434343"/>
              </a:solidFill>
            </a:endParaRPr>
          </a:p>
        </p:txBody>
      </p:sp>
      <p:sp>
        <p:nvSpPr>
          <p:cNvPr id="83" name="Google Shape;83;p4"/>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Paper Overview: How It Works</a:t>
            </a:r>
            <a:endParaRPr/>
          </a:p>
        </p:txBody>
      </p:sp>
      <p:pic>
        <p:nvPicPr>
          <p:cNvPr id="84" name="Google Shape;84;p4"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88" name="Shape 88"/>
        <p:cNvGrpSpPr/>
        <p:nvPr/>
      </p:nvGrpSpPr>
      <p:grpSpPr>
        <a:xfrm>
          <a:off x="0" y="0"/>
          <a:ext cx="0" cy="0"/>
          <a:chOff x="0" y="0"/>
          <a:chExt cx="0" cy="0"/>
        </a:xfrm>
      </p:grpSpPr>
      <p:sp>
        <p:nvSpPr>
          <p:cNvPr id="89" name="Google Shape;89;p5"/>
          <p:cNvSpPr txBox="1"/>
          <p:nvPr>
            <p:ph idx="1" type="body"/>
          </p:nvPr>
        </p:nvSpPr>
        <p:spPr>
          <a:xfrm>
            <a:off x="457200" y="1761294"/>
            <a:ext cx="8229600" cy="4526101"/>
          </a:xfrm>
          <a:prstGeom prst="rect">
            <a:avLst/>
          </a:prstGeom>
          <a:noFill/>
          <a:ln>
            <a:noFill/>
          </a:ln>
        </p:spPr>
        <p:txBody>
          <a:bodyPr anchorCtr="0" anchor="t" bIns="45675" lIns="45675" spcFirstLastPara="1" rIns="45675" wrap="square" tIns="45675">
            <a:noAutofit/>
          </a:bodyPr>
          <a:lstStyle/>
          <a:p>
            <a:pPr indent="-357646" lvl="0" marL="43434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 </a:t>
            </a:r>
            <a:r>
              <a:rPr b="1" lang="en-US" sz="2200">
                <a:solidFill>
                  <a:srgbClr val="1E1E1E"/>
                </a:solidFill>
                <a:latin typeface="Arial"/>
                <a:ea typeface="Arial"/>
                <a:cs typeface="Arial"/>
                <a:sym typeface="Arial"/>
              </a:rPr>
              <a:t>constraint</a:t>
            </a:r>
            <a:r>
              <a:rPr lang="en-US" sz="2200">
                <a:solidFill>
                  <a:srgbClr val="1E1E1E"/>
                </a:solidFill>
                <a:latin typeface="Arial"/>
                <a:ea typeface="Arial"/>
                <a:cs typeface="Arial"/>
                <a:sym typeface="Arial"/>
              </a:rPr>
              <a:t> is a </a:t>
            </a:r>
            <a:r>
              <a:rPr b="1" lang="en-US" sz="2200">
                <a:solidFill>
                  <a:srgbClr val="1E1E1E"/>
                </a:solidFill>
                <a:latin typeface="Arial"/>
                <a:ea typeface="Arial"/>
                <a:cs typeface="Arial"/>
                <a:sym typeface="Arial"/>
              </a:rPr>
              <a:t>rule about how activities should happen</a:t>
            </a:r>
            <a:r>
              <a:rPr lang="en-US" sz="2200">
                <a:solidFill>
                  <a:srgbClr val="1E1E1E"/>
                </a:solidFill>
                <a:latin typeface="Arial"/>
                <a:ea typeface="Arial"/>
                <a:cs typeface="Arial"/>
                <a:sym typeface="Arial"/>
              </a:rPr>
              <a:t> in a process.</a:t>
            </a:r>
            <a:endParaRPr sz="2200">
              <a:latin typeface="Arial"/>
              <a:ea typeface="Arial"/>
              <a:cs typeface="Arial"/>
              <a:sym typeface="Arial"/>
            </a:endParaRPr>
          </a:p>
          <a:p>
            <a:pPr indent="-357646" lvl="0" marL="43434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It describes </a:t>
            </a:r>
            <a:r>
              <a:rPr b="1" lang="en-US" sz="2200">
                <a:solidFill>
                  <a:srgbClr val="1E1E1E"/>
                </a:solidFill>
                <a:latin typeface="Arial"/>
                <a:ea typeface="Arial"/>
                <a:cs typeface="Arial"/>
                <a:sym typeface="Arial"/>
              </a:rPr>
              <a:t>expected behavior</a:t>
            </a:r>
            <a:r>
              <a:rPr lang="en-US" sz="2200">
                <a:solidFill>
                  <a:srgbClr val="1E1E1E"/>
                </a:solidFill>
                <a:latin typeface="Arial"/>
                <a:ea typeface="Arial"/>
                <a:cs typeface="Arial"/>
                <a:sym typeface="Arial"/>
              </a:rPr>
              <a:t>, not a single trace.</a:t>
            </a:r>
            <a:endParaRPr sz="2200">
              <a:latin typeface="Arial"/>
              <a:ea typeface="Arial"/>
              <a:cs typeface="Arial"/>
              <a:sym typeface="Arial"/>
            </a:endParaRPr>
          </a:p>
          <a:p>
            <a:pPr indent="-357646" lvl="0" marL="43434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Constraints are used to:</a:t>
            </a:r>
            <a:endParaRPr sz="2200">
              <a:latin typeface="Arial"/>
              <a:ea typeface="Arial"/>
              <a:cs typeface="Arial"/>
              <a:sym typeface="Arial"/>
            </a:endParaRPr>
          </a:p>
          <a:p>
            <a:pPr indent="-357646" lvl="1" marL="86868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detect deviations</a:t>
            </a:r>
            <a:endParaRPr sz="2200">
              <a:latin typeface="Arial"/>
              <a:ea typeface="Arial"/>
              <a:cs typeface="Arial"/>
              <a:sym typeface="Arial"/>
            </a:endParaRPr>
          </a:p>
          <a:p>
            <a:pPr indent="-357646" lvl="1" marL="86868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explain why a process execution is wrong</a:t>
            </a:r>
            <a:endParaRPr sz="2200">
              <a:latin typeface="Arial"/>
              <a:ea typeface="Arial"/>
              <a:cs typeface="Arial"/>
              <a:sym typeface="Arial"/>
            </a:endParaRPr>
          </a:p>
          <a:p>
            <a:pPr indent="0" lvl="0" marL="0" rtl="0" algn="l">
              <a:lnSpc>
                <a:spcPct val="92000"/>
              </a:lnSpc>
              <a:spcBef>
                <a:spcPts val="1300"/>
              </a:spcBef>
              <a:spcAft>
                <a:spcPts val="0"/>
              </a:spcAft>
              <a:buSzPts val="1804"/>
              <a:buNone/>
            </a:pPr>
            <a:r>
              <a:rPr b="1" lang="en-US" sz="2200">
                <a:solidFill>
                  <a:srgbClr val="1E1E1E"/>
                </a:solidFill>
                <a:latin typeface="Arial"/>
                <a:ea typeface="Arial"/>
                <a:cs typeface="Arial"/>
                <a:sym typeface="Arial"/>
              </a:rPr>
              <a:t>Simple example</a:t>
            </a:r>
            <a:endParaRPr sz="2200">
              <a:latin typeface="Arial"/>
              <a:ea typeface="Arial"/>
              <a:cs typeface="Arial"/>
              <a:sym typeface="Arial"/>
            </a:endParaRPr>
          </a:p>
          <a:p>
            <a:pPr indent="-357646" lvl="0" marL="434340" rtl="0" algn="l">
              <a:lnSpc>
                <a:spcPct val="92000"/>
              </a:lnSpc>
              <a:spcBef>
                <a:spcPts val="1100"/>
              </a:spcBef>
              <a:spcAft>
                <a:spcPts val="0"/>
              </a:spcAft>
              <a:buSzPts val="2200"/>
              <a:buChar char="●"/>
            </a:pPr>
            <a:r>
              <a:rPr lang="en-US" sz="2200">
                <a:solidFill>
                  <a:srgbClr val="1E1E1E"/>
                </a:solidFill>
                <a:latin typeface="Arial"/>
                <a:ea typeface="Arial"/>
                <a:cs typeface="Arial"/>
                <a:sym typeface="Arial"/>
              </a:rPr>
              <a:t>Activity A: Send fine</a:t>
            </a:r>
            <a:endParaRPr sz="2200">
              <a:latin typeface="Arial"/>
              <a:ea typeface="Arial"/>
              <a:cs typeface="Arial"/>
              <a:sym typeface="Arial"/>
            </a:endParaRPr>
          </a:p>
          <a:p>
            <a:pPr indent="-357646" lvl="0" marL="434340"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Activity B: Pay fine</a:t>
            </a:r>
            <a:endParaRPr sz="2200">
              <a:latin typeface="Arial"/>
              <a:ea typeface="Arial"/>
              <a:cs typeface="Arial"/>
              <a:sym typeface="Arial"/>
            </a:endParaRPr>
          </a:p>
          <a:p>
            <a:pPr indent="0" lvl="0" marL="0" rtl="0" algn="l">
              <a:lnSpc>
                <a:spcPct val="92000"/>
              </a:lnSpc>
              <a:spcBef>
                <a:spcPts val="1100"/>
              </a:spcBef>
              <a:spcAft>
                <a:spcPts val="0"/>
              </a:spcAft>
              <a:buSzPts val="1804"/>
              <a:buNone/>
            </a:pPr>
            <a:r>
              <a:rPr b="1" lang="en-US" sz="2200">
                <a:solidFill>
                  <a:srgbClr val="1E1E1E"/>
                </a:solidFill>
                <a:latin typeface="Arial"/>
                <a:ea typeface="Arial"/>
                <a:cs typeface="Arial"/>
                <a:sym typeface="Arial"/>
              </a:rPr>
              <a:t>Constraint:</a:t>
            </a:r>
            <a:br>
              <a:rPr b="1" lang="en-US" sz="2200">
                <a:latin typeface="Arial"/>
                <a:ea typeface="Arial"/>
                <a:cs typeface="Arial"/>
                <a:sym typeface="Arial"/>
              </a:rPr>
            </a:br>
            <a:r>
              <a:rPr lang="en-US" sz="2200">
                <a:solidFill>
                  <a:srgbClr val="1E1E1E"/>
                </a:solidFill>
                <a:latin typeface="Arial"/>
                <a:ea typeface="Arial"/>
                <a:cs typeface="Arial"/>
                <a:sym typeface="Arial"/>
              </a:rPr>
              <a:t> “If Send fine happens, then Pay fine should eventually happen.”</a:t>
            </a:r>
            <a:endParaRPr sz="2200">
              <a:latin typeface="Arial"/>
              <a:ea typeface="Arial"/>
              <a:cs typeface="Arial"/>
              <a:sym typeface="Arial"/>
            </a:endParaRPr>
          </a:p>
          <a:p>
            <a:pPr indent="0" lvl="0" marL="0" rtl="0" algn="l">
              <a:lnSpc>
                <a:spcPct val="92000"/>
              </a:lnSpc>
              <a:spcBef>
                <a:spcPts val="1100"/>
              </a:spcBef>
              <a:spcAft>
                <a:spcPts val="0"/>
              </a:spcAft>
              <a:buSzPts val="1804"/>
              <a:buNone/>
            </a:pPr>
            <a:r>
              <a:rPr lang="en-US" sz="2200">
                <a:solidFill>
                  <a:srgbClr val="1E1E1E"/>
                </a:solidFill>
                <a:latin typeface="Arial"/>
                <a:ea typeface="Arial"/>
                <a:cs typeface="Arial"/>
                <a:sym typeface="Arial"/>
              </a:rPr>
              <a:t>If this rule is broken → we found a </a:t>
            </a:r>
            <a:r>
              <a:rPr b="1" lang="en-US" sz="2200">
                <a:solidFill>
                  <a:srgbClr val="1E1E1E"/>
                </a:solidFill>
                <a:latin typeface="Arial"/>
                <a:ea typeface="Arial"/>
                <a:cs typeface="Arial"/>
                <a:sym typeface="Arial"/>
              </a:rPr>
              <a:t>deviation</a:t>
            </a:r>
            <a:r>
              <a:rPr lang="en-US" sz="2200">
                <a:solidFill>
                  <a:srgbClr val="1E1E1E"/>
                </a:solidFill>
                <a:latin typeface="Arial"/>
                <a:ea typeface="Arial"/>
                <a:cs typeface="Arial"/>
                <a:sym typeface="Arial"/>
              </a:rPr>
              <a:t>.</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280"/>
              <a:buNone/>
            </a:pPr>
            <a:r>
              <a:t/>
            </a:r>
            <a:endParaRPr sz="2200">
              <a:solidFill>
                <a:srgbClr val="0B5394"/>
              </a:solidFill>
              <a:latin typeface="Arial"/>
              <a:ea typeface="Arial"/>
              <a:cs typeface="Arial"/>
              <a:sym typeface="Arial"/>
            </a:endParaRPr>
          </a:p>
          <a:p>
            <a:pPr indent="443482" lvl="0" marL="0" marR="0" rtl="0" algn="r">
              <a:lnSpc>
                <a:spcPct val="80000"/>
              </a:lnSpc>
              <a:spcBef>
                <a:spcPts val="500"/>
              </a:spcBef>
              <a:spcAft>
                <a:spcPts val="0"/>
              </a:spcAft>
              <a:buClr>
                <a:srgbClr val="000000"/>
              </a:buClr>
              <a:buSzPts val="2328"/>
              <a:buFont typeface="Arial"/>
              <a:buNone/>
            </a:pPr>
            <a:r>
              <a:rPr lang="en-US" sz="1900">
                <a:solidFill>
                  <a:srgbClr val="434343"/>
                </a:solidFill>
              </a:rPr>
              <a:t>Winter semester 2025 </a:t>
            </a:r>
            <a:endParaRPr sz="1900">
              <a:solidFill>
                <a:srgbClr val="434343"/>
              </a:solidFill>
            </a:endParaRPr>
          </a:p>
        </p:txBody>
      </p:sp>
      <p:sp>
        <p:nvSpPr>
          <p:cNvPr id="90" name="Google Shape;90;p5"/>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What do we mean by a Constraint?</a:t>
            </a:r>
            <a:endParaRPr/>
          </a:p>
        </p:txBody>
      </p:sp>
      <p:pic>
        <p:nvPicPr>
          <p:cNvPr id="91" name="Google Shape;91;p5"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95" name="Shape 95"/>
        <p:cNvGrpSpPr/>
        <p:nvPr/>
      </p:nvGrpSpPr>
      <p:grpSpPr>
        <a:xfrm>
          <a:off x="0" y="0"/>
          <a:ext cx="0" cy="0"/>
          <a:chOff x="0" y="0"/>
          <a:chExt cx="0" cy="0"/>
        </a:xfrm>
      </p:grpSpPr>
      <p:pic>
        <p:nvPicPr>
          <p:cNvPr descr="Screenshot 2026-01-20 at 21.20.57.png" id="96" name="Google Shape;96;p6"/>
          <p:cNvPicPr preferRelativeResize="0"/>
          <p:nvPr/>
        </p:nvPicPr>
        <p:blipFill rotWithShape="1">
          <a:blip r:embed="rId3">
            <a:alphaModFix/>
          </a:blip>
          <a:srcRect b="0" l="0" r="0" t="0"/>
          <a:stretch/>
        </p:blipFill>
        <p:spPr>
          <a:xfrm>
            <a:off x="217077" y="523648"/>
            <a:ext cx="8709846" cy="485870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00" name="Shape 100"/>
        <p:cNvGrpSpPr/>
        <p:nvPr/>
      </p:nvGrpSpPr>
      <p:grpSpPr>
        <a:xfrm>
          <a:off x="0" y="0"/>
          <a:ext cx="0" cy="0"/>
          <a:chOff x="0" y="0"/>
          <a:chExt cx="0" cy="0"/>
        </a:xfrm>
      </p:grpSpPr>
      <p:sp>
        <p:nvSpPr>
          <p:cNvPr id="101" name="Google Shape;101;p7"/>
          <p:cNvSpPr txBox="1"/>
          <p:nvPr>
            <p:ph idx="1" type="body"/>
          </p:nvPr>
        </p:nvSpPr>
        <p:spPr>
          <a:xfrm>
            <a:off x="457200" y="1761294"/>
            <a:ext cx="8229600" cy="4526101"/>
          </a:xfrm>
          <a:prstGeom prst="rect">
            <a:avLst/>
          </a:prstGeom>
          <a:noFill/>
          <a:ln>
            <a:noFill/>
          </a:ln>
        </p:spPr>
        <p:txBody>
          <a:bodyPr anchorCtr="0" anchor="t" bIns="45675" lIns="45675" spcFirstLastPara="1" rIns="45675" wrap="square" tIns="45675">
            <a:noAutofit/>
          </a:bodyPr>
          <a:lstStyle/>
          <a:p>
            <a:pPr indent="0" lvl="0" marL="0" rtl="0" algn="l">
              <a:lnSpc>
                <a:spcPct val="92000"/>
              </a:lnSpc>
              <a:spcBef>
                <a:spcPts val="0"/>
              </a:spcBef>
              <a:spcAft>
                <a:spcPts val="0"/>
              </a:spcAft>
              <a:buSzPts val="1598"/>
              <a:buNone/>
            </a:pPr>
            <a:r>
              <a:rPr b="1" lang="en-US" sz="1800">
                <a:solidFill>
                  <a:srgbClr val="1E1E1E"/>
                </a:solidFill>
                <a:latin typeface="Arial"/>
                <a:ea typeface="Arial"/>
                <a:cs typeface="Arial"/>
                <a:sym typeface="Arial"/>
              </a:rPr>
              <a:t>Table 4 — Performance</a:t>
            </a:r>
            <a:endParaRPr sz="1800">
              <a:latin typeface="Arial"/>
              <a:ea typeface="Arial"/>
              <a:cs typeface="Arial"/>
              <a:sym typeface="Arial"/>
            </a:endParaRPr>
          </a:p>
          <a:p>
            <a:pPr indent="-329528" lvl="0" marL="429768" rtl="0" algn="l">
              <a:lnSpc>
                <a:spcPct val="92000"/>
              </a:lnSpc>
              <a:spcBef>
                <a:spcPts val="1100"/>
              </a:spcBef>
              <a:spcAft>
                <a:spcPts val="0"/>
              </a:spcAft>
              <a:buSzPts val="1800"/>
              <a:buChar char="●"/>
            </a:pPr>
            <a:r>
              <a:rPr lang="en-US" sz="1800">
                <a:solidFill>
                  <a:srgbClr val="1E1E1E"/>
                </a:solidFill>
                <a:latin typeface="Arial"/>
                <a:ea typeface="Arial"/>
                <a:cs typeface="Arial"/>
                <a:sym typeface="Arial"/>
              </a:rPr>
              <a:t>Constraints are treated as </a:t>
            </a:r>
            <a:r>
              <a:rPr b="1" lang="en-US" sz="1800">
                <a:solidFill>
                  <a:srgbClr val="1E1E1E"/>
                </a:solidFill>
                <a:latin typeface="Arial"/>
                <a:ea typeface="Arial"/>
                <a:cs typeface="Arial"/>
                <a:sym typeface="Arial"/>
              </a:rPr>
              <a:t>candidates</a:t>
            </a:r>
            <a:endParaRPr b="1" sz="1800">
              <a:latin typeface="Arial"/>
              <a:ea typeface="Arial"/>
              <a:cs typeface="Arial"/>
              <a:sym typeface="Arial"/>
            </a:endParaRPr>
          </a:p>
          <a:p>
            <a:pPr indent="-329528" lvl="0" marL="429768"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The system:</a:t>
            </a:r>
            <a:endParaRPr sz="1800">
              <a:latin typeface="Arial"/>
              <a:ea typeface="Arial"/>
              <a:cs typeface="Arial"/>
              <a:sym typeface="Arial"/>
            </a:endParaRPr>
          </a:p>
          <a:p>
            <a:pPr indent="-329528" lvl="1" marL="859536"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generates many possible rules</a:t>
            </a:r>
            <a:endParaRPr sz="1800">
              <a:latin typeface="Arial"/>
              <a:ea typeface="Arial"/>
              <a:cs typeface="Arial"/>
              <a:sym typeface="Arial"/>
            </a:endParaRPr>
          </a:p>
          <a:p>
            <a:pPr indent="-329528" lvl="1" marL="859536"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removes invalid and redundant ones</a:t>
            </a:r>
            <a:endParaRPr sz="1800">
              <a:latin typeface="Arial"/>
              <a:ea typeface="Arial"/>
              <a:cs typeface="Arial"/>
              <a:sym typeface="Arial"/>
            </a:endParaRPr>
          </a:p>
          <a:p>
            <a:pPr indent="-329528" lvl="0" marL="429768"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Goal: measure </a:t>
            </a:r>
            <a:r>
              <a:rPr b="1" lang="en-US" sz="1800">
                <a:solidFill>
                  <a:srgbClr val="1E1E1E"/>
                </a:solidFill>
                <a:latin typeface="Arial"/>
                <a:ea typeface="Arial"/>
                <a:cs typeface="Arial"/>
                <a:sym typeface="Arial"/>
              </a:rPr>
              <a:t>scalability and runtime</a:t>
            </a:r>
            <a:endParaRPr b="1" sz="1800">
              <a:latin typeface="Arial"/>
              <a:ea typeface="Arial"/>
              <a:cs typeface="Arial"/>
              <a:sym typeface="Arial"/>
            </a:endParaRPr>
          </a:p>
          <a:p>
            <a:pPr indent="0" lvl="0" marL="0" rtl="0" algn="l">
              <a:lnSpc>
                <a:spcPct val="92000"/>
              </a:lnSpc>
              <a:spcBef>
                <a:spcPts val="1100"/>
              </a:spcBef>
              <a:spcAft>
                <a:spcPts val="0"/>
              </a:spcAft>
              <a:buSzPts val="1598"/>
              <a:buNone/>
            </a:pPr>
            <a:r>
              <a:rPr b="1" lang="en-US" sz="1800">
                <a:solidFill>
                  <a:srgbClr val="1E1E1E"/>
                </a:solidFill>
                <a:latin typeface="Arial"/>
                <a:ea typeface="Arial"/>
                <a:cs typeface="Arial"/>
                <a:sym typeface="Arial"/>
              </a:rPr>
              <a:t>Table 5 — Diagnostics</a:t>
            </a:r>
            <a:endParaRPr sz="1800">
              <a:latin typeface="Arial"/>
              <a:ea typeface="Arial"/>
              <a:cs typeface="Arial"/>
              <a:sym typeface="Arial"/>
            </a:endParaRPr>
          </a:p>
          <a:p>
            <a:pPr indent="-329528" lvl="0" marL="429768" rtl="0" algn="l">
              <a:lnSpc>
                <a:spcPct val="92000"/>
              </a:lnSpc>
              <a:spcBef>
                <a:spcPts val="1100"/>
              </a:spcBef>
              <a:spcAft>
                <a:spcPts val="0"/>
              </a:spcAft>
              <a:buSzPts val="1800"/>
              <a:buChar char="●"/>
            </a:pPr>
            <a:r>
              <a:rPr lang="en-US" sz="1800">
                <a:solidFill>
                  <a:srgbClr val="1E1E1E"/>
                </a:solidFill>
                <a:latin typeface="Arial"/>
                <a:ea typeface="Arial"/>
                <a:cs typeface="Arial"/>
                <a:sym typeface="Arial"/>
              </a:rPr>
              <a:t>Constraints are used as </a:t>
            </a:r>
            <a:r>
              <a:rPr b="1" lang="en-US" sz="1800">
                <a:solidFill>
                  <a:srgbClr val="1E1E1E"/>
                </a:solidFill>
                <a:latin typeface="Arial"/>
                <a:ea typeface="Arial"/>
                <a:cs typeface="Arial"/>
                <a:sym typeface="Arial"/>
              </a:rPr>
              <a:t>explanations</a:t>
            </a:r>
            <a:endParaRPr b="1" sz="1800">
              <a:latin typeface="Arial"/>
              <a:ea typeface="Arial"/>
              <a:cs typeface="Arial"/>
              <a:sym typeface="Arial"/>
            </a:endParaRPr>
          </a:p>
          <a:p>
            <a:pPr indent="-329528" lvl="0" marL="429768"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The system checks:</a:t>
            </a:r>
            <a:endParaRPr sz="1800">
              <a:latin typeface="Arial"/>
              <a:ea typeface="Arial"/>
              <a:cs typeface="Arial"/>
              <a:sym typeface="Arial"/>
            </a:endParaRPr>
          </a:p>
          <a:p>
            <a:pPr indent="-329528" lvl="1" marL="859536"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which constraints are violated</a:t>
            </a:r>
            <a:endParaRPr sz="1800">
              <a:latin typeface="Arial"/>
              <a:ea typeface="Arial"/>
              <a:cs typeface="Arial"/>
              <a:sym typeface="Arial"/>
            </a:endParaRPr>
          </a:p>
          <a:p>
            <a:pPr indent="-329528" lvl="1" marL="859536"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how many deviations are explained</a:t>
            </a:r>
            <a:endParaRPr sz="1800">
              <a:latin typeface="Arial"/>
              <a:ea typeface="Arial"/>
              <a:cs typeface="Arial"/>
              <a:sym typeface="Arial"/>
            </a:endParaRPr>
          </a:p>
          <a:p>
            <a:pPr indent="-329528" lvl="0" marL="429768"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Goal: measure </a:t>
            </a:r>
            <a:r>
              <a:rPr b="1" lang="en-US" sz="1800">
                <a:solidFill>
                  <a:srgbClr val="1E1E1E"/>
                </a:solidFill>
                <a:latin typeface="Arial"/>
                <a:ea typeface="Arial"/>
                <a:cs typeface="Arial"/>
                <a:sym typeface="Arial"/>
              </a:rPr>
              <a:t>explanation quality</a:t>
            </a:r>
            <a:endParaRPr b="1" sz="1800">
              <a:latin typeface="Arial"/>
              <a:ea typeface="Arial"/>
              <a:cs typeface="Arial"/>
              <a:sym typeface="Arial"/>
            </a:endParaRPr>
          </a:p>
          <a:p>
            <a:pPr indent="0" lvl="0" marL="0" rtl="0" algn="l">
              <a:lnSpc>
                <a:spcPct val="92000"/>
              </a:lnSpc>
              <a:spcBef>
                <a:spcPts val="1300"/>
              </a:spcBef>
              <a:spcAft>
                <a:spcPts val="0"/>
              </a:spcAft>
              <a:buSzPts val="1598"/>
              <a:buNone/>
            </a:pPr>
            <a:r>
              <a:rPr b="1" lang="en-US" sz="1800">
                <a:solidFill>
                  <a:srgbClr val="1E1E1E"/>
                </a:solidFill>
                <a:latin typeface="Arial"/>
                <a:ea typeface="Arial"/>
                <a:cs typeface="Arial"/>
                <a:sym typeface="Arial"/>
              </a:rPr>
              <a:t>Key idea</a:t>
            </a:r>
            <a:endParaRPr sz="1800">
              <a:latin typeface="Arial"/>
              <a:ea typeface="Arial"/>
              <a:cs typeface="Arial"/>
              <a:sym typeface="Arial"/>
            </a:endParaRPr>
          </a:p>
          <a:p>
            <a:pPr indent="-329528" lvl="0" marL="429768" rtl="0" algn="l">
              <a:lnSpc>
                <a:spcPct val="92000"/>
              </a:lnSpc>
              <a:spcBef>
                <a:spcPts val="1100"/>
              </a:spcBef>
              <a:spcAft>
                <a:spcPts val="0"/>
              </a:spcAft>
              <a:buSzPts val="1800"/>
              <a:buChar char="●"/>
            </a:pPr>
            <a:r>
              <a:rPr lang="en-US" sz="1800">
                <a:solidFill>
                  <a:srgbClr val="1E1E1E"/>
                </a:solidFill>
                <a:latin typeface="Arial"/>
                <a:ea typeface="Arial"/>
                <a:cs typeface="Arial"/>
                <a:sym typeface="Arial"/>
              </a:rPr>
              <a:t>Table 4 → How expensive is it to find rules?</a:t>
            </a:r>
            <a:endParaRPr sz="1800">
              <a:latin typeface="Arial"/>
              <a:ea typeface="Arial"/>
              <a:cs typeface="Arial"/>
              <a:sym typeface="Arial"/>
            </a:endParaRPr>
          </a:p>
          <a:p>
            <a:pPr indent="-329528" lvl="0" marL="429768" rtl="0" algn="l">
              <a:lnSpc>
                <a:spcPct val="92000"/>
              </a:lnSpc>
              <a:spcBef>
                <a:spcPts val="0"/>
              </a:spcBef>
              <a:spcAft>
                <a:spcPts val="0"/>
              </a:spcAft>
              <a:buSzPts val="1800"/>
              <a:buChar char="●"/>
            </a:pPr>
            <a:r>
              <a:rPr lang="en-US" sz="1800">
                <a:solidFill>
                  <a:srgbClr val="1E1E1E"/>
                </a:solidFill>
                <a:latin typeface="Arial"/>
                <a:ea typeface="Arial"/>
                <a:cs typeface="Arial"/>
                <a:sym typeface="Arial"/>
              </a:rPr>
              <a:t>Table 5 → How useful are these rules to explain deviations?</a:t>
            </a:r>
            <a:endParaRPr sz="1800">
              <a:solidFill>
                <a:srgbClr val="0B5394"/>
              </a:solidFill>
              <a:latin typeface="Arial"/>
              <a:ea typeface="Arial"/>
              <a:cs typeface="Arial"/>
              <a:sym typeface="Arial"/>
            </a:endParaRPr>
          </a:p>
          <a:p>
            <a:pPr indent="429768" lvl="0" marL="0" rtl="0" algn="r">
              <a:lnSpc>
                <a:spcPct val="80000"/>
              </a:lnSpc>
              <a:spcBef>
                <a:spcPts val="1100"/>
              </a:spcBef>
              <a:spcAft>
                <a:spcPts val="0"/>
              </a:spcAft>
              <a:buSzPts val="1879"/>
              <a:buNone/>
            </a:pPr>
            <a:r>
              <a:rPr lang="en-US" sz="1900">
                <a:solidFill>
                  <a:srgbClr val="434343"/>
                </a:solidFill>
              </a:rPr>
              <a:t>Winter semester 2025 </a:t>
            </a:r>
            <a:endParaRPr sz="1800">
              <a:latin typeface="Arial"/>
              <a:ea typeface="Arial"/>
              <a:cs typeface="Arial"/>
              <a:sym typeface="Arial"/>
            </a:endParaRPr>
          </a:p>
        </p:txBody>
      </p:sp>
      <p:sp>
        <p:nvSpPr>
          <p:cNvPr id="102" name="Google Shape;102;p7"/>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Role of Constraints in the Evaluation</a:t>
            </a:r>
            <a:endParaRPr/>
          </a:p>
        </p:txBody>
      </p:sp>
      <p:pic>
        <p:nvPicPr>
          <p:cNvPr id="103" name="Google Shape;103;p7"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07" name="Shape 107"/>
        <p:cNvGrpSpPr/>
        <p:nvPr/>
      </p:nvGrpSpPr>
      <p:grpSpPr>
        <a:xfrm>
          <a:off x="0" y="0"/>
          <a:ext cx="0" cy="0"/>
          <a:chOff x="0" y="0"/>
          <a:chExt cx="0" cy="0"/>
        </a:xfrm>
      </p:grpSpPr>
      <p:sp>
        <p:nvSpPr>
          <p:cNvPr id="108" name="Google Shape;108;p8"/>
          <p:cNvSpPr txBox="1"/>
          <p:nvPr>
            <p:ph idx="1" type="body"/>
          </p:nvPr>
        </p:nvSpPr>
        <p:spPr>
          <a:xfrm>
            <a:off x="457200" y="1761294"/>
            <a:ext cx="8229600" cy="4526101"/>
          </a:xfrm>
          <a:prstGeom prst="rect">
            <a:avLst/>
          </a:prstGeom>
          <a:noFill/>
          <a:ln>
            <a:noFill/>
          </a:ln>
        </p:spPr>
        <p:txBody>
          <a:bodyPr anchorCtr="0" anchor="t" bIns="45675" lIns="45675" spcFirstLastPara="1" rIns="45675" wrap="square" tIns="45675">
            <a:noAutofit/>
          </a:bodyPr>
          <a:lstStyle/>
          <a:p>
            <a:pPr indent="-365289" lvl="0" marL="443483"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Two datasets:</a:t>
            </a:r>
            <a:endParaRPr sz="2200">
              <a:latin typeface="Arial"/>
              <a:ea typeface="Arial"/>
              <a:cs typeface="Arial"/>
              <a:sym typeface="Arial"/>
            </a:endParaRPr>
          </a:p>
          <a:p>
            <a:pPr indent="-365289" lvl="1" marL="886967"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Road Fines (RF)</a:t>
            </a:r>
            <a:endParaRPr sz="2200">
              <a:latin typeface="Arial"/>
              <a:ea typeface="Arial"/>
              <a:cs typeface="Arial"/>
              <a:sym typeface="Arial"/>
            </a:endParaRPr>
          </a:p>
          <a:p>
            <a:pPr indent="-365289" lvl="1" marL="886967"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BPI-15</a:t>
            </a:r>
            <a:endParaRPr sz="2200">
              <a:latin typeface="Arial"/>
              <a:ea typeface="Arial"/>
              <a:cs typeface="Arial"/>
              <a:sym typeface="Arial"/>
            </a:endParaRPr>
          </a:p>
          <a:p>
            <a:pPr indent="-365289" lvl="0" marL="443483"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Different constraint sizes:</a:t>
            </a:r>
            <a:endParaRPr sz="2200">
              <a:latin typeface="Arial"/>
              <a:ea typeface="Arial"/>
              <a:cs typeface="Arial"/>
              <a:sym typeface="Arial"/>
            </a:endParaRPr>
          </a:p>
          <a:p>
            <a:pPr indent="-365289" lvl="1" marL="886967"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k = 2, 3, 4</a:t>
            </a:r>
            <a:endParaRPr sz="2200">
              <a:latin typeface="Arial"/>
              <a:ea typeface="Arial"/>
              <a:cs typeface="Arial"/>
              <a:sym typeface="Arial"/>
            </a:endParaRPr>
          </a:p>
          <a:p>
            <a:pPr indent="-365289" lvl="0" marL="443483"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Two template sets:</a:t>
            </a:r>
            <a:endParaRPr sz="2200">
              <a:latin typeface="Arial"/>
              <a:ea typeface="Arial"/>
              <a:cs typeface="Arial"/>
              <a:sym typeface="Arial"/>
            </a:endParaRPr>
          </a:p>
          <a:p>
            <a:pPr indent="-365289" lvl="1" marL="886967"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ALL templates</a:t>
            </a:r>
            <a:endParaRPr sz="2200">
              <a:latin typeface="Arial"/>
              <a:ea typeface="Arial"/>
              <a:cs typeface="Arial"/>
              <a:sym typeface="Arial"/>
            </a:endParaRPr>
          </a:p>
          <a:p>
            <a:pPr indent="-365289" lvl="1" marL="886967"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Γ-invariant (SCALABLE) templates</a:t>
            </a:r>
            <a:endParaRPr sz="2200">
              <a:latin typeface="Arial"/>
              <a:ea typeface="Arial"/>
              <a:cs typeface="Arial"/>
              <a:sym typeface="Arial"/>
            </a:endParaRPr>
          </a:p>
          <a:p>
            <a:pPr indent="-365289" lvl="0" marL="443483" rtl="0" algn="l">
              <a:lnSpc>
                <a:spcPct val="92000"/>
              </a:lnSpc>
              <a:spcBef>
                <a:spcPts val="0"/>
              </a:spcBef>
              <a:spcAft>
                <a:spcPts val="0"/>
              </a:spcAft>
              <a:buSzPts val="2200"/>
              <a:buChar char="●"/>
            </a:pPr>
            <a:r>
              <a:rPr b="1" lang="en-US" sz="2200">
                <a:solidFill>
                  <a:srgbClr val="1E1E1E"/>
                </a:solidFill>
                <a:latin typeface="Arial"/>
                <a:ea typeface="Arial"/>
                <a:cs typeface="Arial"/>
                <a:sym typeface="Arial"/>
              </a:rPr>
              <a:t>Paper evaluates:</a:t>
            </a:r>
            <a:endParaRPr sz="2200">
              <a:latin typeface="Arial"/>
              <a:ea typeface="Arial"/>
              <a:cs typeface="Arial"/>
              <a:sym typeface="Arial"/>
            </a:endParaRPr>
          </a:p>
          <a:p>
            <a:pPr indent="-365289" lvl="1" marL="886967"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Runtime &amp; scalability (Table 4)</a:t>
            </a:r>
            <a:endParaRPr sz="2200">
              <a:latin typeface="Arial"/>
              <a:ea typeface="Arial"/>
              <a:cs typeface="Arial"/>
              <a:sym typeface="Arial"/>
            </a:endParaRPr>
          </a:p>
          <a:p>
            <a:pPr indent="-365288" lvl="1" marL="886966"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Diagnostic quality (Table 5)</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443483" lvl="0" marL="0" rtl="0" algn="r">
              <a:lnSpc>
                <a:spcPct val="80000"/>
              </a:lnSpc>
              <a:spcBef>
                <a:spcPts val="500"/>
              </a:spcBef>
              <a:spcAft>
                <a:spcPts val="0"/>
              </a:spcAft>
              <a:buSzPts val="1940"/>
              <a:buNone/>
            </a:pPr>
            <a:r>
              <a:rPr lang="en-US" sz="1900">
                <a:solidFill>
                  <a:srgbClr val="434343"/>
                </a:solidFill>
              </a:rPr>
              <a:t>Winter semester 2025 </a:t>
            </a:r>
            <a:endParaRPr sz="1900">
              <a:solidFill>
                <a:srgbClr val="434343"/>
              </a:solidFill>
            </a:endParaRPr>
          </a:p>
        </p:txBody>
      </p:sp>
      <p:sp>
        <p:nvSpPr>
          <p:cNvPr id="109" name="Google Shape;109;p8"/>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Evaluation Setup in the Paper</a:t>
            </a:r>
            <a:endParaRPr/>
          </a:p>
        </p:txBody>
      </p:sp>
      <p:pic>
        <p:nvPicPr>
          <p:cNvPr id="110" name="Google Shape;110;p8"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14" name="Shape 114"/>
        <p:cNvGrpSpPr/>
        <p:nvPr/>
      </p:nvGrpSpPr>
      <p:grpSpPr>
        <a:xfrm>
          <a:off x="0" y="0"/>
          <a:ext cx="0" cy="0"/>
          <a:chOff x="0" y="0"/>
          <a:chExt cx="0" cy="0"/>
        </a:xfrm>
      </p:grpSpPr>
      <p:sp>
        <p:nvSpPr>
          <p:cNvPr id="115" name="Google Shape;115;p9"/>
          <p:cNvSpPr txBox="1"/>
          <p:nvPr>
            <p:ph idx="1" type="body"/>
          </p:nvPr>
        </p:nvSpPr>
        <p:spPr>
          <a:xfrm>
            <a:off x="457200" y="1761294"/>
            <a:ext cx="8229600" cy="4526101"/>
          </a:xfrm>
          <a:prstGeom prst="rect">
            <a:avLst/>
          </a:prstGeom>
          <a:noFill/>
          <a:ln>
            <a:noFill/>
          </a:ln>
        </p:spPr>
        <p:txBody>
          <a:bodyPr anchorCtr="0" anchor="t" bIns="45675" lIns="45675" spcFirstLastPara="1" rIns="45675" wrap="square" tIns="45675">
            <a:noAutofit/>
          </a:bodyPr>
          <a:lstStyle/>
          <a:p>
            <a:pPr indent="0" lvl="0" marL="0" rtl="0" algn="l">
              <a:lnSpc>
                <a:spcPct val="92000"/>
              </a:lnSpc>
              <a:spcBef>
                <a:spcPts val="0"/>
              </a:spcBef>
              <a:spcAft>
                <a:spcPts val="0"/>
              </a:spcAft>
              <a:buSzPts val="1806"/>
              <a:buNone/>
            </a:pPr>
            <a:r>
              <a:rPr b="1" lang="en-US" sz="2200">
                <a:solidFill>
                  <a:srgbClr val="1E1E1E"/>
                </a:solidFill>
                <a:latin typeface="Arial"/>
                <a:ea typeface="Arial"/>
                <a:cs typeface="Arial"/>
                <a:sym typeface="Arial"/>
              </a:rPr>
              <a:t>What the authors provided</a:t>
            </a:r>
            <a:endParaRPr sz="2200">
              <a:latin typeface="Arial"/>
              <a:ea typeface="Arial"/>
              <a:cs typeface="Arial"/>
              <a:sym typeface="Arial"/>
            </a:endParaRPr>
          </a:p>
          <a:p>
            <a:pPr indent="-337930" lvl="0" marL="393192" rtl="0" algn="l">
              <a:lnSpc>
                <a:spcPct val="92000"/>
              </a:lnSpc>
              <a:spcBef>
                <a:spcPts val="1000"/>
              </a:spcBef>
              <a:spcAft>
                <a:spcPts val="0"/>
              </a:spcAft>
              <a:buSzPts val="2200"/>
              <a:buChar char="●"/>
            </a:pPr>
            <a:r>
              <a:rPr lang="en-US" sz="2200">
                <a:solidFill>
                  <a:srgbClr val="1E1E1E"/>
                </a:solidFill>
                <a:latin typeface="Arial"/>
                <a:ea typeface="Arial"/>
                <a:cs typeface="Arial"/>
                <a:sym typeface="Arial"/>
              </a:rPr>
              <a:t>Executable Python implementation</a:t>
            </a:r>
            <a:endParaRPr sz="2200">
              <a:latin typeface="Arial"/>
              <a:ea typeface="Arial"/>
              <a:cs typeface="Arial"/>
              <a:sym typeface="Arial"/>
            </a:endParaRPr>
          </a:p>
          <a:p>
            <a:pPr indent="-337930" lvl="0" marL="393192"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Event logs and constraint libraries in JSON format</a:t>
            </a:r>
            <a:endParaRPr sz="2200">
              <a:latin typeface="Arial"/>
              <a:ea typeface="Arial"/>
              <a:cs typeface="Arial"/>
              <a:sym typeface="Arial"/>
            </a:endParaRPr>
          </a:p>
          <a:p>
            <a:pPr indent="0" lvl="0" marL="0" rtl="0" algn="l">
              <a:lnSpc>
                <a:spcPct val="92000"/>
              </a:lnSpc>
              <a:spcBef>
                <a:spcPts val="1000"/>
              </a:spcBef>
              <a:spcAft>
                <a:spcPts val="0"/>
              </a:spcAft>
              <a:buSzPts val="1806"/>
              <a:buNone/>
            </a:pPr>
            <a:r>
              <a:rPr b="1" lang="en-US" sz="2200">
                <a:solidFill>
                  <a:srgbClr val="1E1E1E"/>
                </a:solidFill>
                <a:latin typeface="Arial"/>
                <a:ea typeface="Arial"/>
                <a:cs typeface="Arial"/>
                <a:sym typeface="Arial"/>
              </a:rPr>
              <a:t>How we replicated the experiments</a:t>
            </a:r>
            <a:endParaRPr sz="2200">
              <a:latin typeface="Arial"/>
              <a:ea typeface="Arial"/>
              <a:cs typeface="Arial"/>
              <a:sym typeface="Arial"/>
            </a:endParaRPr>
          </a:p>
          <a:p>
            <a:pPr indent="-337930" lvl="0" marL="393192" rtl="0" algn="l">
              <a:lnSpc>
                <a:spcPct val="92000"/>
              </a:lnSpc>
              <a:spcBef>
                <a:spcPts val="1000"/>
              </a:spcBef>
              <a:spcAft>
                <a:spcPts val="0"/>
              </a:spcAft>
              <a:buSzPts val="2200"/>
              <a:buChar char="●"/>
            </a:pPr>
            <a:r>
              <a:rPr lang="en-US" sz="2200">
                <a:solidFill>
                  <a:srgbClr val="1E1E1E"/>
                </a:solidFill>
                <a:latin typeface="Arial"/>
                <a:ea typeface="Arial"/>
                <a:cs typeface="Arial"/>
                <a:sym typeface="Arial"/>
              </a:rPr>
              <a:t>Used the same datasets and template repositories</a:t>
            </a:r>
            <a:endParaRPr sz="2200">
              <a:latin typeface="Arial"/>
              <a:ea typeface="Arial"/>
              <a:cs typeface="Arial"/>
              <a:sym typeface="Arial"/>
            </a:endParaRPr>
          </a:p>
          <a:p>
            <a:pPr indent="-337930" lvl="0" marL="393192"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Ran the experiments for k = 2, 3, and 4</a:t>
            </a:r>
            <a:endParaRPr sz="2200">
              <a:latin typeface="Arial"/>
              <a:ea typeface="Arial"/>
              <a:cs typeface="Arial"/>
              <a:sym typeface="Arial"/>
            </a:endParaRPr>
          </a:p>
          <a:p>
            <a:pPr indent="-337930" lvl="0" marL="393192"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Collected both performance and diagnostic outputs</a:t>
            </a:r>
            <a:endParaRPr sz="2200">
              <a:latin typeface="Arial"/>
              <a:ea typeface="Arial"/>
              <a:cs typeface="Arial"/>
              <a:sym typeface="Arial"/>
            </a:endParaRPr>
          </a:p>
          <a:p>
            <a:pPr indent="0" lvl="0" marL="0" rtl="0" algn="l">
              <a:lnSpc>
                <a:spcPct val="92000"/>
              </a:lnSpc>
              <a:spcBef>
                <a:spcPts val="1000"/>
              </a:spcBef>
              <a:spcAft>
                <a:spcPts val="0"/>
              </a:spcAft>
              <a:buSzPts val="1806"/>
              <a:buNone/>
            </a:pPr>
            <a:r>
              <a:rPr b="1" lang="en-US" sz="2200">
                <a:solidFill>
                  <a:srgbClr val="1E1E1E"/>
                </a:solidFill>
                <a:latin typeface="Arial"/>
                <a:ea typeface="Arial"/>
                <a:cs typeface="Arial"/>
                <a:sym typeface="Arial"/>
              </a:rPr>
              <a:t>Main challenges</a:t>
            </a:r>
            <a:endParaRPr sz="2200">
              <a:latin typeface="Arial"/>
              <a:ea typeface="Arial"/>
              <a:cs typeface="Arial"/>
              <a:sym typeface="Arial"/>
            </a:endParaRPr>
          </a:p>
          <a:p>
            <a:pPr indent="-337930" lvl="0" marL="393192" rtl="0" algn="l">
              <a:lnSpc>
                <a:spcPct val="92000"/>
              </a:lnSpc>
              <a:spcBef>
                <a:spcPts val="1000"/>
              </a:spcBef>
              <a:spcAft>
                <a:spcPts val="0"/>
              </a:spcAft>
              <a:buSzPts val="2200"/>
              <a:buChar char="●"/>
            </a:pPr>
            <a:r>
              <a:rPr lang="en-US" sz="2200">
                <a:solidFill>
                  <a:srgbClr val="1E1E1E"/>
                </a:solidFill>
                <a:latin typeface="Arial"/>
                <a:ea typeface="Arial"/>
                <a:cs typeface="Arial"/>
                <a:sym typeface="Arial"/>
              </a:rPr>
              <a:t>Experiments become very slow for larger k</a:t>
            </a:r>
            <a:endParaRPr sz="2200">
              <a:latin typeface="Arial"/>
              <a:ea typeface="Arial"/>
              <a:cs typeface="Arial"/>
              <a:sym typeface="Arial"/>
            </a:endParaRPr>
          </a:p>
          <a:p>
            <a:pPr indent="-337930" lvl="0" marL="393192"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High memory and computation cost</a:t>
            </a:r>
            <a:endParaRPr sz="2200">
              <a:latin typeface="Arial"/>
              <a:ea typeface="Arial"/>
              <a:cs typeface="Arial"/>
              <a:sym typeface="Arial"/>
            </a:endParaRPr>
          </a:p>
          <a:p>
            <a:pPr indent="-337930" lvl="0" marL="393192"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Careful setup was needed to avoid re-running expensive steps</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064"/>
              <a:buNone/>
            </a:pPr>
            <a:r>
              <a:t/>
            </a:r>
            <a:endParaRPr sz="2200">
              <a:solidFill>
                <a:srgbClr val="0B5394"/>
              </a:solidFill>
              <a:latin typeface="Arial"/>
              <a:ea typeface="Arial"/>
              <a:cs typeface="Arial"/>
              <a:sym typeface="Arial"/>
            </a:endParaRPr>
          </a:p>
          <a:p>
            <a:pPr indent="443482" lvl="0" marL="0" marR="0" rtl="0" algn="r">
              <a:lnSpc>
                <a:spcPct val="80000"/>
              </a:lnSpc>
              <a:spcBef>
                <a:spcPts val="500"/>
              </a:spcBef>
              <a:spcAft>
                <a:spcPts val="0"/>
              </a:spcAft>
              <a:buClr>
                <a:srgbClr val="000000"/>
              </a:buClr>
              <a:buSzPts val="1940"/>
              <a:buFont typeface="Arial"/>
              <a:buNone/>
            </a:pPr>
            <a:r>
              <a:rPr lang="en-US" sz="1900">
                <a:solidFill>
                  <a:srgbClr val="434343"/>
                </a:solidFill>
              </a:rPr>
              <a:t>Winter semester 2025 </a:t>
            </a:r>
            <a:endParaRPr sz="1900">
              <a:solidFill>
                <a:srgbClr val="434343"/>
              </a:solidFill>
            </a:endParaRPr>
          </a:p>
        </p:txBody>
      </p:sp>
      <p:sp>
        <p:nvSpPr>
          <p:cNvPr id="116" name="Google Shape;116;p9"/>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Replication Setup &amp; Experience</a:t>
            </a:r>
            <a:endParaRPr/>
          </a:p>
        </p:txBody>
      </p:sp>
      <p:pic>
        <p:nvPicPr>
          <p:cNvPr id="117" name="Google Shape;117;p9"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21" name="Shape 121"/>
        <p:cNvGrpSpPr/>
        <p:nvPr/>
      </p:nvGrpSpPr>
      <p:grpSpPr>
        <a:xfrm>
          <a:off x="0" y="0"/>
          <a:ext cx="0" cy="0"/>
          <a:chOff x="0" y="0"/>
          <a:chExt cx="0" cy="0"/>
        </a:xfrm>
      </p:grpSpPr>
      <p:sp>
        <p:nvSpPr>
          <p:cNvPr id="122" name="Google Shape;122;p10"/>
          <p:cNvSpPr txBox="1"/>
          <p:nvPr>
            <p:ph idx="1" type="body"/>
          </p:nvPr>
        </p:nvSpPr>
        <p:spPr>
          <a:xfrm>
            <a:off x="457200" y="1761297"/>
            <a:ext cx="8229600" cy="2127600"/>
          </a:xfrm>
          <a:prstGeom prst="rect">
            <a:avLst/>
          </a:prstGeom>
          <a:noFill/>
          <a:ln>
            <a:noFill/>
          </a:ln>
        </p:spPr>
        <p:txBody>
          <a:bodyPr anchorCtr="0" anchor="t" bIns="45675" lIns="45675" spcFirstLastPara="1" rIns="45675" wrap="square" tIns="45675">
            <a:normAutofit/>
          </a:bodyPr>
          <a:lstStyle/>
          <a:p>
            <a:pPr indent="-187452" lvl="0" marL="187452"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As k increases:</a:t>
            </a:r>
            <a:endParaRPr sz="2200">
              <a:latin typeface="Arial"/>
              <a:ea typeface="Arial"/>
              <a:cs typeface="Arial"/>
              <a:sym typeface="Arial"/>
            </a:endParaRPr>
          </a:p>
          <a:p>
            <a:pPr indent="-235052" lvl="1" marL="374904"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Number of constraints increases rapidly</a:t>
            </a:r>
            <a:endParaRPr sz="2200">
              <a:latin typeface="Arial"/>
              <a:ea typeface="Arial"/>
              <a:cs typeface="Arial"/>
              <a:sym typeface="Arial"/>
            </a:endParaRPr>
          </a:p>
          <a:p>
            <a:pPr indent="-235052" lvl="1" marL="374904"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Runtime increases strongly</a:t>
            </a:r>
            <a:endParaRPr sz="2200">
              <a:latin typeface="Arial"/>
              <a:ea typeface="Arial"/>
              <a:cs typeface="Arial"/>
              <a:sym typeface="Arial"/>
            </a:endParaRPr>
          </a:p>
          <a:p>
            <a:pPr indent="-187452" lvl="0" marL="187452"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Γ-invariant templates:</a:t>
            </a:r>
            <a:endParaRPr sz="2200">
              <a:latin typeface="Arial"/>
              <a:ea typeface="Arial"/>
              <a:cs typeface="Arial"/>
              <a:sym typeface="Arial"/>
            </a:endParaRPr>
          </a:p>
          <a:p>
            <a:pPr indent="-235052" lvl="1" marL="374904"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Much faster</a:t>
            </a:r>
            <a:endParaRPr sz="2200">
              <a:latin typeface="Arial"/>
              <a:ea typeface="Arial"/>
              <a:cs typeface="Arial"/>
              <a:sym typeface="Arial"/>
            </a:endParaRPr>
          </a:p>
          <a:p>
            <a:pPr indent="-235051" lvl="1" marL="374904"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Much fewer constraints</a:t>
            </a:r>
            <a:endParaRPr sz="2200">
              <a:latin typeface="Arial"/>
              <a:ea typeface="Arial"/>
              <a:cs typeface="Arial"/>
              <a:sym typeface="Arial"/>
            </a:endParaRPr>
          </a:p>
        </p:txBody>
      </p:sp>
      <p:sp>
        <p:nvSpPr>
          <p:cNvPr id="123" name="Google Shape;123;p10"/>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000">
                <a:solidFill>
                  <a:srgbClr val="1E1E1E"/>
                </a:solidFill>
                <a:latin typeface="Lalezar"/>
                <a:ea typeface="Lalezar"/>
                <a:cs typeface="Lalezar"/>
                <a:sym typeface="Lalezar"/>
              </a:rPr>
              <a:t>Scalability and Runtime Evaluation</a:t>
            </a:r>
            <a:endParaRPr sz="2400">
              <a:solidFill>
                <a:srgbClr val="1E1E1E"/>
              </a:solidFill>
              <a:latin typeface="Lalezar"/>
              <a:ea typeface="Lalezar"/>
              <a:cs typeface="Lalezar"/>
              <a:sym typeface="Lalezar"/>
            </a:endParaRPr>
          </a:p>
        </p:txBody>
      </p:sp>
      <p:pic>
        <p:nvPicPr>
          <p:cNvPr descr="Google Shape;142;g3b5f24bda46_0_99" id="124" name="Google Shape;124;p10"/>
          <p:cNvPicPr preferRelativeResize="0"/>
          <p:nvPr/>
        </p:nvPicPr>
        <p:blipFill rotWithShape="1">
          <a:blip r:embed="rId3">
            <a:alphaModFix/>
          </a:blip>
          <a:srcRect b="0" l="0" r="0" t="0"/>
          <a:stretch/>
        </p:blipFill>
        <p:spPr>
          <a:xfrm>
            <a:off x="-23019" y="4098435"/>
            <a:ext cx="9144001" cy="2297262"/>
          </a:xfrm>
          <a:prstGeom prst="rect">
            <a:avLst/>
          </a:prstGeom>
          <a:noFill/>
          <a:ln>
            <a:noFill/>
          </a:ln>
        </p:spPr>
      </p:pic>
      <p:pic>
        <p:nvPicPr>
          <p:cNvPr id="125" name="Google Shape;125;p10" title="0-removebg-preview.png"/>
          <p:cNvPicPr preferRelativeResize="0"/>
          <p:nvPr/>
        </p:nvPicPr>
        <p:blipFill rotWithShape="1">
          <a:blip r:embed="rId4">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29" name="Shape 129"/>
        <p:cNvGrpSpPr/>
        <p:nvPr/>
      </p:nvGrpSpPr>
      <p:grpSpPr>
        <a:xfrm>
          <a:off x="0" y="0"/>
          <a:ext cx="0" cy="0"/>
          <a:chOff x="0" y="0"/>
          <a:chExt cx="0" cy="0"/>
        </a:xfrm>
      </p:grpSpPr>
      <p:sp>
        <p:nvSpPr>
          <p:cNvPr id="130" name="Google Shape;130;p11"/>
          <p:cNvSpPr txBox="1"/>
          <p:nvPr>
            <p:ph idx="1" type="body"/>
          </p:nvPr>
        </p:nvSpPr>
        <p:spPr>
          <a:xfrm>
            <a:off x="457200" y="1761300"/>
            <a:ext cx="8229600" cy="4826100"/>
          </a:xfrm>
          <a:prstGeom prst="rect">
            <a:avLst/>
          </a:prstGeom>
          <a:noFill/>
          <a:ln>
            <a:noFill/>
          </a:ln>
        </p:spPr>
        <p:txBody>
          <a:bodyPr anchorCtr="0" anchor="t" bIns="45675" lIns="45675" spcFirstLastPara="1" rIns="45675" wrap="square" tIns="45675">
            <a:noAutofit/>
          </a:bodyPr>
          <a:lstStyle/>
          <a:p>
            <a:pPr indent="-182880" lvl="0" marL="182880" rtl="0" algn="l">
              <a:lnSpc>
                <a:spcPct val="82000"/>
              </a:lnSpc>
              <a:spcBef>
                <a:spcPts val="0"/>
              </a:spcBef>
              <a:spcAft>
                <a:spcPts val="0"/>
              </a:spcAft>
              <a:buSzPts val="2200"/>
              <a:buChar char="●"/>
            </a:pPr>
            <a:r>
              <a:rPr lang="en-US" sz="2200">
                <a:solidFill>
                  <a:srgbClr val="1E1E1E"/>
                </a:solidFill>
                <a:latin typeface="Arial"/>
                <a:ea typeface="Arial"/>
                <a:cs typeface="Arial"/>
                <a:sym typeface="Arial"/>
              </a:rPr>
              <a:t>Diagnostic behavior matches the paper</a:t>
            </a:r>
            <a:endParaRPr sz="2200">
              <a:latin typeface="Arial"/>
              <a:ea typeface="Arial"/>
              <a:cs typeface="Arial"/>
              <a:sym typeface="Arial"/>
            </a:endParaRPr>
          </a:p>
          <a:p>
            <a:pPr indent="-182880" lvl="0" marL="182880" rtl="0" algn="l">
              <a:lnSpc>
                <a:spcPct val="82000"/>
              </a:lnSpc>
              <a:spcBef>
                <a:spcPts val="0"/>
              </a:spcBef>
              <a:spcAft>
                <a:spcPts val="0"/>
              </a:spcAft>
              <a:buSzPts val="2200"/>
              <a:buChar char="●"/>
            </a:pPr>
            <a:r>
              <a:rPr lang="en-US" sz="2200">
                <a:solidFill>
                  <a:srgbClr val="1E1E1E"/>
                </a:solidFill>
                <a:latin typeface="Arial"/>
                <a:ea typeface="Arial"/>
                <a:cs typeface="Arial"/>
                <a:sym typeface="Arial"/>
              </a:rPr>
              <a:t>More constraints → richer explanations</a:t>
            </a:r>
            <a:endParaRPr sz="2200">
              <a:latin typeface="Arial"/>
              <a:ea typeface="Arial"/>
              <a:cs typeface="Arial"/>
              <a:sym typeface="Arial"/>
            </a:endParaRPr>
          </a:p>
          <a:p>
            <a:pPr indent="-182880" lvl="0" marL="182880" rtl="0" algn="l">
              <a:lnSpc>
                <a:spcPct val="82000"/>
              </a:lnSpc>
              <a:spcBef>
                <a:spcPts val="0"/>
              </a:spcBef>
              <a:spcAft>
                <a:spcPts val="0"/>
              </a:spcAft>
              <a:buSzPts val="2200"/>
              <a:buChar char="●"/>
            </a:pPr>
            <a:r>
              <a:rPr lang="en-US" sz="2200">
                <a:solidFill>
                  <a:srgbClr val="1E1E1E"/>
                </a:solidFill>
                <a:latin typeface="Arial"/>
                <a:ea typeface="Arial"/>
                <a:cs typeface="Arial"/>
                <a:sym typeface="Arial"/>
              </a:rPr>
              <a:t>Γ-invariant templates:</a:t>
            </a:r>
            <a:endParaRPr sz="2200">
              <a:latin typeface="Arial"/>
              <a:ea typeface="Arial"/>
              <a:cs typeface="Arial"/>
              <a:sym typeface="Arial"/>
            </a:endParaRPr>
          </a:p>
          <a:p>
            <a:pPr indent="-236536" lvl="1" marL="365760" rtl="0" algn="l">
              <a:lnSpc>
                <a:spcPct val="82000"/>
              </a:lnSpc>
              <a:spcBef>
                <a:spcPts val="0"/>
              </a:spcBef>
              <a:spcAft>
                <a:spcPts val="0"/>
              </a:spcAft>
              <a:buSzPts val="2200"/>
              <a:buChar char="○"/>
            </a:pPr>
            <a:r>
              <a:rPr lang="en-US" sz="2200">
                <a:solidFill>
                  <a:srgbClr val="1E1E1E"/>
                </a:solidFill>
                <a:latin typeface="Arial"/>
                <a:ea typeface="Arial"/>
                <a:cs typeface="Arial"/>
                <a:sym typeface="Arial"/>
              </a:rPr>
              <a:t>Slightly fewer explanations</a:t>
            </a:r>
            <a:endParaRPr sz="2200">
              <a:latin typeface="Arial"/>
              <a:ea typeface="Arial"/>
              <a:cs typeface="Arial"/>
              <a:sym typeface="Arial"/>
            </a:endParaRPr>
          </a:p>
          <a:p>
            <a:pPr indent="-236536" lvl="1" marL="365760" rtl="0" algn="l">
              <a:lnSpc>
                <a:spcPct val="82000"/>
              </a:lnSpc>
              <a:spcBef>
                <a:spcPts val="0"/>
              </a:spcBef>
              <a:spcAft>
                <a:spcPts val="0"/>
              </a:spcAft>
              <a:buSzPts val="2200"/>
              <a:buChar char="○"/>
            </a:pPr>
            <a:r>
              <a:rPr lang="en-US" sz="2200">
                <a:solidFill>
                  <a:srgbClr val="1E1E1E"/>
                </a:solidFill>
                <a:latin typeface="Arial"/>
                <a:ea typeface="Arial"/>
                <a:cs typeface="Arial"/>
                <a:sym typeface="Arial"/>
              </a:rPr>
              <a:t>Still good diagnostic quality</a:t>
            </a:r>
            <a:endParaRPr sz="2200">
              <a:latin typeface="Arial"/>
              <a:ea typeface="Arial"/>
              <a:cs typeface="Arial"/>
              <a:sym typeface="Arial"/>
            </a:endParaRPr>
          </a:p>
          <a:p>
            <a:pPr indent="0" lvl="0" marL="0" rtl="0" algn="l">
              <a:lnSpc>
                <a:spcPct val="82000"/>
              </a:lnSpc>
              <a:spcBef>
                <a:spcPts val="0"/>
              </a:spcBef>
              <a:spcAft>
                <a:spcPts val="0"/>
              </a:spcAft>
              <a:buSzPts val="2640"/>
              <a:buNone/>
            </a:pPr>
            <a:r>
              <a:t/>
            </a:r>
            <a:endParaRPr sz="2200">
              <a:latin typeface="Arial"/>
              <a:ea typeface="Arial"/>
              <a:cs typeface="Arial"/>
              <a:sym typeface="Arial"/>
            </a:endParaRPr>
          </a:p>
          <a:p>
            <a:pPr indent="182880" lvl="0" marL="0" rtl="0" algn="l">
              <a:lnSpc>
                <a:spcPct val="82000"/>
              </a:lnSpc>
              <a:spcBef>
                <a:spcPts val="0"/>
              </a:spcBef>
              <a:spcAft>
                <a:spcPts val="0"/>
              </a:spcAft>
              <a:buSzPts val="2800"/>
              <a:buNone/>
            </a:pPr>
            <a:r>
              <a:t/>
            </a:r>
            <a:endParaRPr sz="2200">
              <a:latin typeface="Arial"/>
              <a:ea typeface="Arial"/>
              <a:cs typeface="Arial"/>
              <a:sym typeface="Arial"/>
            </a:endParaRPr>
          </a:p>
          <a:p>
            <a:pPr indent="182880" lvl="0" marL="0" rtl="0" algn="l">
              <a:lnSpc>
                <a:spcPct val="82000"/>
              </a:lnSpc>
              <a:spcBef>
                <a:spcPts val="0"/>
              </a:spcBef>
              <a:spcAft>
                <a:spcPts val="0"/>
              </a:spcAft>
              <a:buSzPts val="2800"/>
              <a:buNone/>
            </a:pPr>
            <a:r>
              <a:t/>
            </a:r>
            <a:endParaRPr sz="2200">
              <a:latin typeface="Arial"/>
              <a:ea typeface="Arial"/>
              <a:cs typeface="Arial"/>
              <a:sym typeface="Arial"/>
            </a:endParaRPr>
          </a:p>
          <a:p>
            <a:pPr indent="182880" lvl="0" marL="0" rtl="0" algn="l">
              <a:lnSpc>
                <a:spcPct val="82000"/>
              </a:lnSpc>
              <a:spcBef>
                <a:spcPts val="0"/>
              </a:spcBef>
              <a:spcAft>
                <a:spcPts val="0"/>
              </a:spcAft>
              <a:buSzPts val="3600"/>
              <a:buNone/>
            </a:pPr>
            <a:r>
              <a:t/>
            </a:r>
            <a:endParaRPr sz="2200">
              <a:latin typeface="Arial"/>
              <a:ea typeface="Arial"/>
              <a:cs typeface="Arial"/>
              <a:sym typeface="Arial"/>
            </a:endParaRPr>
          </a:p>
          <a:p>
            <a:pPr indent="182880" lvl="0" marL="0" rtl="0" algn="l">
              <a:lnSpc>
                <a:spcPct val="82000"/>
              </a:lnSpc>
              <a:spcBef>
                <a:spcPts val="0"/>
              </a:spcBef>
              <a:spcAft>
                <a:spcPts val="0"/>
              </a:spcAft>
              <a:buSzPts val="3600"/>
              <a:buNone/>
            </a:pPr>
            <a:r>
              <a:t/>
            </a:r>
            <a:endParaRPr sz="2200">
              <a:latin typeface="Arial"/>
              <a:ea typeface="Arial"/>
              <a:cs typeface="Arial"/>
              <a:sym typeface="Arial"/>
            </a:endParaRPr>
          </a:p>
          <a:p>
            <a:pPr indent="182880" lvl="0" marL="0" rtl="0" algn="l">
              <a:lnSpc>
                <a:spcPct val="82000"/>
              </a:lnSpc>
              <a:spcBef>
                <a:spcPts val="0"/>
              </a:spcBef>
              <a:spcAft>
                <a:spcPts val="0"/>
              </a:spcAft>
              <a:buSzPts val="3600"/>
              <a:buNone/>
            </a:pPr>
            <a:r>
              <a:t/>
            </a:r>
            <a:endParaRPr sz="2200">
              <a:latin typeface="Arial"/>
              <a:ea typeface="Arial"/>
              <a:cs typeface="Arial"/>
              <a:sym typeface="Arial"/>
            </a:endParaRPr>
          </a:p>
          <a:p>
            <a:pPr indent="182880" lvl="0" marL="0" rtl="0" algn="l">
              <a:lnSpc>
                <a:spcPct val="82000"/>
              </a:lnSpc>
              <a:spcBef>
                <a:spcPts val="0"/>
              </a:spcBef>
              <a:spcAft>
                <a:spcPts val="0"/>
              </a:spcAft>
              <a:buSzPts val="3600"/>
              <a:buNone/>
            </a:pPr>
            <a:r>
              <a:t/>
            </a:r>
            <a:endParaRPr sz="2200">
              <a:latin typeface="Arial"/>
              <a:ea typeface="Arial"/>
              <a:cs typeface="Arial"/>
              <a:sym typeface="Arial"/>
            </a:endParaRPr>
          </a:p>
          <a:p>
            <a:pPr indent="182880" lvl="0" marL="0" rtl="0" algn="l">
              <a:lnSpc>
                <a:spcPct val="82000"/>
              </a:lnSpc>
              <a:spcBef>
                <a:spcPts val="0"/>
              </a:spcBef>
              <a:spcAft>
                <a:spcPts val="0"/>
              </a:spcAft>
              <a:buSzPts val="3600"/>
              <a:buNone/>
            </a:pPr>
            <a:r>
              <a:t/>
            </a:r>
            <a:endParaRPr sz="2200">
              <a:latin typeface="Arial"/>
              <a:ea typeface="Arial"/>
              <a:cs typeface="Arial"/>
              <a:sym typeface="Arial"/>
            </a:endParaRPr>
          </a:p>
          <a:p>
            <a:pPr indent="0" lvl="0" marL="0" rtl="0" algn="l">
              <a:lnSpc>
                <a:spcPct val="70000"/>
              </a:lnSpc>
              <a:spcBef>
                <a:spcPts val="200"/>
              </a:spcBef>
              <a:spcAft>
                <a:spcPts val="0"/>
              </a:spcAft>
              <a:buSzPts val="960"/>
              <a:buNone/>
            </a:pPr>
            <a:r>
              <a:t/>
            </a:r>
            <a:endParaRPr sz="2200">
              <a:solidFill>
                <a:srgbClr val="0B5394"/>
              </a:solidFill>
              <a:latin typeface="Arial"/>
              <a:ea typeface="Arial"/>
              <a:cs typeface="Arial"/>
              <a:sym typeface="Arial"/>
            </a:endParaRPr>
          </a:p>
          <a:p>
            <a:pPr indent="0" lvl="0" marL="0" rtl="0" algn="l">
              <a:lnSpc>
                <a:spcPct val="70000"/>
              </a:lnSpc>
              <a:spcBef>
                <a:spcPts val="200"/>
              </a:spcBef>
              <a:spcAft>
                <a:spcPts val="0"/>
              </a:spcAft>
              <a:buSzPts val="960"/>
              <a:buNone/>
            </a:pPr>
            <a:r>
              <a:t/>
            </a:r>
            <a:endParaRPr sz="2200">
              <a:solidFill>
                <a:srgbClr val="0B5394"/>
              </a:solidFill>
              <a:latin typeface="Arial"/>
              <a:ea typeface="Arial"/>
              <a:cs typeface="Arial"/>
              <a:sym typeface="Arial"/>
            </a:endParaRPr>
          </a:p>
          <a:p>
            <a:pPr indent="0" lvl="0" marL="0" rtl="0" algn="l">
              <a:lnSpc>
                <a:spcPct val="70000"/>
              </a:lnSpc>
              <a:spcBef>
                <a:spcPts val="200"/>
              </a:spcBef>
              <a:spcAft>
                <a:spcPts val="0"/>
              </a:spcAft>
              <a:buSzPts val="960"/>
              <a:buNone/>
            </a:pPr>
            <a:r>
              <a:t/>
            </a:r>
            <a:endParaRPr sz="2200">
              <a:solidFill>
                <a:srgbClr val="0B5394"/>
              </a:solidFill>
              <a:latin typeface="Arial"/>
              <a:ea typeface="Arial"/>
              <a:cs typeface="Arial"/>
              <a:sym typeface="Arial"/>
            </a:endParaRPr>
          </a:p>
          <a:p>
            <a:pPr indent="443482" lvl="0" marL="0" marR="0" rtl="0" algn="r">
              <a:lnSpc>
                <a:spcPct val="80000"/>
              </a:lnSpc>
              <a:spcBef>
                <a:spcPts val="500"/>
              </a:spcBef>
              <a:spcAft>
                <a:spcPts val="0"/>
              </a:spcAft>
              <a:buClr>
                <a:srgbClr val="000000"/>
              </a:buClr>
              <a:buSzPts val="1940"/>
              <a:buFont typeface="Arial"/>
              <a:buNone/>
            </a:pPr>
            <a:r>
              <a:rPr lang="en-US" sz="1900">
                <a:solidFill>
                  <a:srgbClr val="434343"/>
                </a:solidFill>
              </a:rPr>
              <a:t>Winter semester 2025 </a:t>
            </a:r>
            <a:endParaRPr sz="1900">
              <a:solidFill>
                <a:srgbClr val="434343"/>
              </a:solidFill>
            </a:endParaRPr>
          </a:p>
        </p:txBody>
      </p:sp>
      <p:sp>
        <p:nvSpPr>
          <p:cNvPr id="131" name="Google Shape;131;p11"/>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000">
                <a:solidFill>
                  <a:srgbClr val="1E1E1E"/>
                </a:solidFill>
                <a:latin typeface="Lalezar"/>
                <a:ea typeface="Lalezar"/>
                <a:cs typeface="Lalezar"/>
                <a:sym typeface="Lalezar"/>
              </a:rPr>
              <a:t>Completeness and Redundancy Evaluation</a:t>
            </a:r>
            <a:endParaRPr sz="3000"/>
          </a:p>
        </p:txBody>
      </p:sp>
      <p:pic>
        <p:nvPicPr>
          <p:cNvPr descr="Google Shape;150;g3b5f24bda46_0_108" id="132" name="Google Shape;132;p11"/>
          <p:cNvPicPr preferRelativeResize="0"/>
          <p:nvPr/>
        </p:nvPicPr>
        <p:blipFill rotWithShape="1">
          <a:blip r:embed="rId3">
            <a:alphaModFix/>
          </a:blip>
          <a:srcRect b="0" l="0" r="0" t="0"/>
          <a:stretch/>
        </p:blipFill>
        <p:spPr>
          <a:xfrm>
            <a:off x="0" y="3880501"/>
            <a:ext cx="9144000" cy="1306287"/>
          </a:xfrm>
          <a:prstGeom prst="rect">
            <a:avLst/>
          </a:prstGeom>
          <a:noFill/>
          <a:ln>
            <a:noFill/>
          </a:ln>
        </p:spPr>
      </p:pic>
      <p:pic>
        <p:nvPicPr>
          <p:cNvPr id="133" name="Google Shape;133;p11" title="0-removebg-preview.png"/>
          <p:cNvPicPr preferRelativeResize="0"/>
          <p:nvPr/>
        </p:nvPicPr>
        <p:blipFill rotWithShape="1">
          <a:blip r:embed="rId4">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37" name="Shape 137"/>
        <p:cNvGrpSpPr/>
        <p:nvPr/>
      </p:nvGrpSpPr>
      <p:grpSpPr>
        <a:xfrm>
          <a:off x="0" y="0"/>
          <a:ext cx="0" cy="0"/>
          <a:chOff x="0" y="0"/>
          <a:chExt cx="0" cy="0"/>
        </a:xfrm>
      </p:grpSpPr>
      <p:sp>
        <p:nvSpPr>
          <p:cNvPr id="138" name="Google Shape;138;p12"/>
          <p:cNvSpPr txBox="1"/>
          <p:nvPr>
            <p:ph idx="1" type="body"/>
          </p:nvPr>
        </p:nvSpPr>
        <p:spPr>
          <a:xfrm>
            <a:off x="457200" y="2129508"/>
            <a:ext cx="8229600" cy="4526102"/>
          </a:xfrm>
          <a:prstGeom prst="rect">
            <a:avLst/>
          </a:prstGeom>
          <a:noFill/>
          <a:ln>
            <a:noFill/>
          </a:ln>
        </p:spPr>
        <p:txBody>
          <a:bodyPr anchorCtr="0" anchor="t" bIns="45675" lIns="45675" spcFirstLastPara="1" rIns="45675" wrap="square" tIns="45675">
            <a:noAutofit/>
          </a:bodyPr>
          <a:lstStyle/>
          <a:p>
            <a:pPr indent="-366471" lvl="0" marL="443483"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We intentionally kept the diagnostic verification step enabled during all runs</a:t>
            </a:r>
            <a:endParaRPr sz="2200">
              <a:latin typeface="Arial"/>
              <a:ea typeface="Arial"/>
              <a:cs typeface="Arial"/>
              <a:sym typeface="Arial"/>
            </a:endParaRPr>
          </a:p>
          <a:p>
            <a:pPr indent="-366471" lvl="0" marL="443483"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This allowed us to measure </a:t>
            </a:r>
            <a:r>
              <a:rPr b="1" lang="en-US" sz="2200">
                <a:solidFill>
                  <a:srgbClr val="1E1E1E"/>
                </a:solidFill>
                <a:latin typeface="Arial"/>
                <a:ea typeface="Arial"/>
                <a:cs typeface="Arial"/>
                <a:sym typeface="Arial"/>
              </a:rPr>
              <a:t>end-to-end execution cost</a:t>
            </a:r>
            <a:r>
              <a:rPr lang="en-US" sz="2200">
                <a:solidFill>
                  <a:srgbClr val="1E1E1E"/>
                </a:solidFill>
                <a:latin typeface="Arial"/>
                <a:ea typeface="Arial"/>
                <a:cs typeface="Arial"/>
                <a:sym typeface="Arial"/>
              </a:rPr>
              <a:t>, not only discovery time</a:t>
            </a:r>
            <a:endParaRPr sz="2200">
              <a:latin typeface="Arial"/>
              <a:ea typeface="Arial"/>
              <a:cs typeface="Arial"/>
              <a:sym typeface="Arial"/>
            </a:endParaRPr>
          </a:p>
          <a:p>
            <a:pPr indent="-366471" lvl="0" marL="443483"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We analyzed how this affects runtime across:</a:t>
            </a:r>
            <a:endParaRPr sz="2200">
              <a:latin typeface="Arial"/>
              <a:ea typeface="Arial"/>
              <a:cs typeface="Arial"/>
              <a:sym typeface="Arial"/>
            </a:endParaRPr>
          </a:p>
          <a:p>
            <a:pPr indent="-366471" lvl="1" marL="886967"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different k values</a:t>
            </a:r>
            <a:endParaRPr sz="2200">
              <a:latin typeface="Arial"/>
              <a:ea typeface="Arial"/>
              <a:cs typeface="Arial"/>
              <a:sym typeface="Arial"/>
            </a:endParaRPr>
          </a:p>
          <a:p>
            <a:pPr indent="-366471" lvl="1" marL="886967"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ALL vs Γ-invariant templates</a:t>
            </a:r>
            <a:endParaRPr sz="2200">
              <a:latin typeface="Arial"/>
              <a:ea typeface="Arial"/>
              <a:cs typeface="Arial"/>
              <a:sym typeface="Arial"/>
            </a:endParaRPr>
          </a:p>
          <a:p>
            <a:pPr indent="-366471" lvl="0" marL="443483"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This highlights a practical trade-off between:</a:t>
            </a:r>
            <a:endParaRPr sz="2200">
              <a:latin typeface="Arial"/>
              <a:ea typeface="Arial"/>
              <a:cs typeface="Arial"/>
              <a:sym typeface="Arial"/>
            </a:endParaRPr>
          </a:p>
          <a:p>
            <a:pPr indent="-366471" lvl="1" marL="886967"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fast constraint discovery</a:t>
            </a:r>
            <a:endParaRPr sz="2200">
              <a:latin typeface="Arial"/>
              <a:ea typeface="Arial"/>
              <a:cs typeface="Arial"/>
              <a:sym typeface="Arial"/>
            </a:endParaRPr>
          </a:p>
          <a:p>
            <a:pPr indent="-366471" lvl="1" marL="886967" rtl="0" algn="l">
              <a:lnSpc>
                <a:spcPct val="93500"/>
              </a:lnSpc>
              <a:spcBef>
                <a:spcPts val="0"/>
              </a:spcBef>
              <a:spcAft>
                <a:spcPts val="0"/>
              </a:spcAft>
              <a:buSzPts val="2200"/>
              <a:buChar char="○"/>
            </a:pPr>
            <a:r>
              <a:rPr lang="en-US" sz="2200">
                <a:solidFill>
                  <a:srgbClr val="1E1E1E"/>
                </a:solidFill>
                <a:latin typeface="Arial"/>
                <a:ea typeface="Arial"/>
                <a:cs typeface="Arial"/>
                <a:sym typeface="Arial"/>
              </a:rPr>
              <a:t>full diagnostic execution</a:t>
            </a:r>
            <a:endParaRPr sz="2200">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0" lvl="0" marL="0" rtl="0" algn="l">
              <a:lnSpc>
                <a:spcPct val="80000"/>
              </a:lnSpc>
              <a:spcBef>
                <a:spcPts val="500"/>
              </a:spcBef>
              <a:spcAft>
                <a:spcPts val="0"/>
              </a:spcAft>
              <a:buSzPts val="2328"/>
              <a:buNone/>
            </a:pPr>
            <a:r>
              <a:t/>
            </a:r>
            <a:endParaRPr sz="2200">
              <a:solidFill>
                <a:srgbClr val="0B5394"/>
              </a:solidFill>
              <a:latin typeface="Arial"/>
              <a:ea typeface="Arial"/>
              <a:cs typeface="Arial"/>
              <a:sym typeface="Arial"/>
            </a:endParaRPr>
          </a:p>
          <a:p>
            <a:pPr indent="443482" lvl="0" marL="0" marR="0" rtl="0" algn="r">
              <a:lnSpc>
                <a:spcPct val="80000"/>
              </a:lnSpc>
              <a:spcBef>
                <a:spcPts val="500"/>
              </a:spcBef>
              <a:spcAft>
                <a:spcPts val="0"/>
              </a:spcAft>
              <a:buClr>
                <a:srgbClr val="000000"/>
              </a:buClr>
              <a:buSzPts val="1940"/>
              <a:buFont typeface="Arial"/>
              <a:buNone/>
            </a:pPr>
            <a:r>
              <a:rPr lang="en-US" sz="1900">
                <a:solidFill>
                  <a:srgbClr val="434343"/>
                </a:solidFill>
              </a:rPr>
              <a:t>Winter semester 2025 </a:t>
            </a:r>
            <a:endParaRPr sz="1900">
              <a:solidFill>
                <a:srgbClr val="434343"/>
              </a:solidFill>
            </a:endParaRPr>
          </a:p>
        </p:txBody>
      </p:sp>
      <p:sp>
        <p:nvSpPr>
          <p:cNvPr id="139" name="Google Shape;139;p12"/>
          <p:cNvSpPr txBox="1"/>
          <p:nvPr>
            <p:ph type="title"/>
          </p:nvPr>
        </p:nvSpPr>
        <p:spPr>
          <a:xfrm>
            <a:off x="457200" y="872987"/>
            <a:ext cx="8229600" cy="1143001"/>
          </a:xfrm>
          <a:prstGeom prst="rect">
            <a:avLst/>
          </a:prstGeom>
          <a:noFill/>
          <a:ln>
            <a:noFill/>
          </a:ln>
        </p:spPr>
        <p:txBody>
          <a:bodyPr anchorCtr="0" anchor="ctr" bIns="45675" lIns="45675" spcFirstLastPara="1" rIns="45675" wrap="square" tIns="45675">
            <a:normAutofit fontScale="90000"/>
          </a:bodyPr>
          <a:lstStyle/>
          <a:p>
            <a:pPr indent="0" lvl="0" marL="0" rtl="0" algn="ctr">
              <a:lnSpc>
                <a:spcPct val="100000"/>
              </a:lnSpc>
              <a:spcBef>
                <a:spcPts val="0"/>
              </a:spcBef>
              <a:spcAft>
                <a:spcPts val="0"/>
              </a:spcAft>
              <a:buClr>
                <a:srgbClr val="0B5394"/>
              </a:buClr>
              <a:buSzPct val="83333"/>
              <a:buFont typeface="Calibri"/>
              <a:buNone/>
            </a:pPr>
            <a:r>
              <a:rPr lang="en-US" sz="3600">
                <a:solidFill>
                  <a:srgbClr val="1E1E1E"/>
                </a:solidFill>
                <a:latin typeface="Lalezar"/>
                <a:ea typeface="Lalezar"/>
                <a:cs typeface="Lalezar"/>
                <a:sym typeface="Lalezar"/>
              </a:rPr>
              <a:t>Additional investigation (beyond the paper)</a:t>
            </a:r>
            <a:endParaRPr/>
          </a:p>
        </p:txBody>
      </p:sp>
      <p:pic>
        <p:nvPicPr>
          <p:cNvPr id="140" name="Google Shape;140;p12"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44" name="Shape 144"/>
        <p:cNvGrpSpPr/>
        <p:nvPr/>
      </p:nvGrpSpPr>
      <p:grpSpPr>
        <a:xfrm>
          <a:off x="0" y="0"/>
          <a:ext cx="0" cy="0"/>
          <a:chOff x="0" y="0"/>
          <a:chExt cx="0" cy="0"/>
        </a:xfrm>
      </p:grpSpPr>
      <p:sp>
        <p:nvSpPr>
          <p:cNvPr id="145" name="Google Shape;145;p13"/>
          <p:cNvSpPr txBox="1"/>
          <p:nvPr>
            <p:ph idx="1" type="body"/>
          </p:nvPr>
        </p:nvSpPr>
        <p:spPr>
          <a:xfrm>
            <a:off x="457200" y="1761294"/>
            <a:ext cx="8229600" cy="4526101"/>
          </a:xfrm>
          <a:prstGeom prst="rect">
            <a:avLst/>
          </a:prstGeom>
          <a:noFill/>
          <a:ln>
            <a:noFill/>
          </a:ln>
        </p:spPr>
        <p:txBody>
          <a:bodyPr anchorCtr="0" anchor="t" bIns="45675" lIns="45675" spcFirstLastPara="1" rIns="45675" wrap="square" tIns="45675">
            <a:noAutofit/>
          </a:bodyPr>
          <a:lstStyle/>
          <a:p>
            <a:pPr indent="0" lvl="0" marL="0" rtl="0" algn="l">
              <a:lnSpc>
                <a:spcPct val="92000"/>
              </a:lnSpc>
              <a:spcBef>
                <a:spcPts val="0"/>
              </a:spcBef>
              <a:spcAft>
                <a:spcPts val="0"/>
              </a:spcAft>
              <a:buSzPts val="1800"/>
              <a:buNone/>
            </a:pPr>
            <a:r>
              <a:rPr lang="en-US" sz="2200">
                <a:solidFill>
                  <a:srgbClr val="1E1E1E"/>
                </a:solidFill>
                <a:latin typeface="Arial"/>
                <a:ea typeface="Arial"/>
                <a:cs typeface="Arial"/>
                <a:sym typeface="Arial"/>
              </a:rPr>
              <a:t>Replication outcome</a:t>
            </a:r>
            <a:endParaRPr sz="2200">
              <a:latin typeface="Arial"/>
              <a:ea typeface="Arial"/>
              <a:cs typeface="Arial"/>
              <a:sym typeface="Arial"/>
            </a:endParaRPr>
          </a:p>
          <a:p>
            <a:pPr indent="-333975" lvl="0" marL="379475" rtl="0" algn="l">
              <a:lnSpc>
                <a:spcPct val="92000"/>
              </a:lnSpc>
              <a:spcBef>
                <a:spcPts val="900"/>
              </a:spcBef>
              <a:spcAft>
                <a:spcPts val="0"/>
              </a:spcAft>
              <a:buSzPts val="2200"/>
              <a:buChar char="●"/>
            </a:pPr>
            <a:r>
              <a:rPr lang="en-US" sz="2200">
                <a:solidFill>
                  <a:srgbClr val="1E1E1E"/>
                </a:solidFill>
                <a:latin typeface="Arial"/>
                <a:ea typeface="Arial"/>
                <a:cs typeface="Arial"/>
                <a:sym typeface="Arial"/>
              </a:rPr>
              <a:t>We successfully replicated the quantitative evaluation (Tables 4 and 5)</a:t>
            </a:r>
            <a:endParaRPr sz="2200">
              <a:latin typeface="Arial"/>
              <a:ea typeface="Arial"/>
              <a:cs typeface="Arial"/>
              <a:sym typeface="Arial"/>
            </a:endParaRPr>
          </a:p>
          <a:p>
            <a:pPr indent="-333975" lvl="0" marL="379475"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The main scalability and diagnostic trends reported in the paper were confirmed</a:t>
            </a:r>
            <a:endParaRPr sz="2200">
              <a:latin typeface="Arial"/>
              <a:ea typeface="Arial"/>
              <a:cs typeface="Arial"/>
              <a:sym typeface="Arial"/>
            </a:endParaRPr>
          </a:p>
          <a:p>
            <a:pPr indent="0" lvl="0" marL="0" rtl="0" algn="l">
              <a:lnSpc>
                <a:spcPct val="92000"/>
              </a:lnSpc>
              <a:spcBef>
                <a:spcPts val="900"/>
              </a:spcBef>
              <a:spcAft>
                <a:spcPts val="0"/>
              </a:spcAft>
              <a:buSzPts val="1800"/>
              <a:buNone/>
            </a:pPr>
            <a:r>
              <a:rPr lang="en-US" sz="2200">
                <a:solidFill>
                  <a:srgbClr val="1E1E1E"/>
                </a:solidFill>
                <a:latin typeface="Arial"/>
                <a:ea typeface="Arial"/>
                <a:cs typeface="Arial"/>
                <a:sym typeface="Arial"/>
              </a:rPr>
              <a:t>Limitations and future work</a:t>
            </a:r>
            <a:endParaRPr sz="2200">
              <a:latin typeface="Arial"/>
              <a:ea typeface="Arial"/>
              <a:cs typeface="Arial"/>
              <a:sym typeface="Arial"/>
            </a:endParaRPr>
          </a:p>
          <a:p>
            <a:pPr indent="-333975" lvl="0" marL="379475" rtl="0" algn="l">
              <a:lnSpc>
                <a:spcPct val="92000"/>
              </a:lnSpc>
              <a:spcBef>
                <a:spcPts val="900"/>
              </a:spcBef>
              <a:spcAft>
                <a:spcPts val="0"/>
              </a:spcAft>
              <a:buSzPts val="2200"/>
              <a:buChar char="●"/>
            </a:pPr>
            <a:r>
              <a:rPr lang="en-US" sz="2200">
                <a:solidFill>
                  <a:srgbClr val="1E1E1E"/>
                </a:solidFill>
                <a:latin typeface="Arial"/>
                <a:ea typeface="Arial"/>
                <a:cs typeface="Arial"/>
                <a:sym typeface="Arial"/>
              </a:rPr>
              <a:t>Experiments were run on different hardware</a:t>
            </a:r>
            <a:endParaRPr sz="2200">
              <a:latin typeface="Arial"/>
              <a:ea typeface="Arial"/>
              <a:cs typeface="Arial"/>
              <a:sym typeface="Arial"/>
            </a:endParaRPr>
          </a:p>
          <a:p>
            <a:pPr indent="-333975" lvl="0" marL="379475"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Large k values lead to very long runtimes</a:t>
            </a:r>
            <a:endParaRPr sz="2200">
              <a:latin typeface="Arial"/>
              <a:ea typeface="Arial"/>
              <a:cs typeface="Arial"/>
              <a:sym typeface="Arial"/>
            </a:endParaRPr>
          </a:p>
          <a:p>
            <a:pPr indent="-333975" lvl="0" marL="379475"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Future work could include:</a:t>
            </a:r>
            <a:endParaRPr sz="2200">
              <a:latin typeface="Arial"/>
              <a:ea typeface="Arial"/>
              <a:cs typeface="Arial"/>
              <a:sym typeface="Arial"/>
            </a:endParaRPr>
          </a:p>
          <a:p>
            <a:pPr indent="-333976" lvl="1" marL="758951"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applying the approach to new datasets</a:t>
            </a:r>
            <a:endParaRPr sz="2200">
              <a:latin typeface="Arial"/>
              <a:ea typeface="Arial"/>
              <a:cs typeface="Arial"/>
              <a:sym typeface="Arial"/>
            </a:endParaRPr>
          </a:p>
          <a:p>
            <a:pPr indent="-333976" lvl="1" marL="758951" rtl="0" algn="l">
              <a:lnSpc>
                <a:spcPct val="92000"/>
              </a:lnSpc>
              <a:spcBef>
                <a:spcPts val="0"/>
              </a:spcBef>
              <a:spcAft>
                <a:spcPts val="0"/>
              </a:spcAft>
              <a:buSzPts val="2200"/>
              <a:buChar char="○"/>
            </a:pPr>
            <a:r>
              <a:rPr lang="en-US" sz="2200">
                <a:solidFill>
                  <a:srgbClr val="1E1E1E"/>
                </a:solidFill>
                <a:latin typeface="Arial"/>
                <a:ea typeface="Arial"/>
                <a:cs typeface="Arial"/>
                <a:sym typeface="Arial"/>
              </a:rPr>
              <a:t>comparing with other conformance tools</a:t>
            </a:r>
            <a:endParaRPr sz="2200">
              <a:latin typeface="Arial"/>
              <a:ea typeface="Arial"/>
              <a:cs typeface="Arial"/>
              <a:sym typeface="Arial"/>
            </a:endParaRPr>
          </a:p>
          <a:p>
            <a:pPr indent="0" lvl="0" marL="0" rtl="0" algn="l">
              <a:lnSpc>
                <a:spcPct val="92000"/>
              </a:lnSpc>
              <a:spcBef>
                <a:spcPts val="900"/>
              </a:spcBef>
              <a:spcAft>
                <a:spcPts val="0"/>
              </a:spcAft>
              <a:buSzPts val="7469"/>
              <a:buNone/>
            </a:pPr>
            <a:r>
              <a:t/>
            </a:r>
            <a:endParaRPr sz="2200">
              <a:latin typeface="Arial"/>
              <a:ea typeface="Arial"/>
              <a:cs typeface="Arial"/>
              <a:sym typeface="Arial"/>
            </a:endParaRPr>
          </a:p>
          <a:p>
            <a:pPr indent="443482" lvl="0" marL="0" marR="0" rtl="0" algn="r">
              <a:lnSpc>
                <a:spcPct val="80000"/>
              </a:lnSpc>
              <a:spcBef>
                <a:spcPts val="500"/>
              </a:spcBef>
              <a:spcAft>
                <a:spcPts val="0"/>
              </a:spcAft>
              <a:buClr>
                <a:srgbClr val="000000"/>
              </a:buClr>
              <a:buSzPts val="1940"/>
              <a:buFont typeface="Arial"/>
              <a:buNone/>
            </a:pPr>
            <a:r>
              <a:rPr lang="en-US" sz="1900">
                <a:solidFill>
                  <a:srgbClr val="434343"/>
                </a:solidFill>
              </a:rPr>
              <a:t>Winter semester 2025 </a:t>
            </a:r>
            <a:endParaRPr sz="1900">
              <a:solidFill>
                <a:srgbClr val="434343"/>
              </a:solidFill>
            </a:endParaRPr>
          </a:p>
        </p:txBody>
      </p:sp>
      <p:sp>
        <p:nvSpPr>
          <p:cNvPr id="146" name="Google Shape;146;p13"/>
          <p:cNvSpPr txBox="1"/>
          <p:nvPr>
            <p:ph type="title"/>
          </p:nvPr>
        </p:nvSpPr>
        <p:spPr>
          <a:xfrm>
            <a:off x="457200" y="619839"/>
            <a:ext cx="8229600" cy="1143001"/>
          </a:xfrm>
          <a:prstGeom prst="rect">
            <a:avLst/>
          </a:prstGeom>
          <a:noFill/>
          <a:ln>
            <a:noFill/>
          </a:ln>
        </p:spPr>
        <p:txBody>
          <a:bodyPr anchorCtr="0" anchor="ctr" bIns="45675" lIns="45675" spcFirstLastPara="1" rIns="45675" wrap="square" tIns="45675">
            <a:normAutofit/>
          </a:bodyPr>
          <a:lstStyle/>
          <a:p>
            <a:pPr indent="0" lvl="0" marL="0" rtl="0" algn="ctr">
              <a:lnSpc>
                <a:spcPct val="100000"/>
              </a:lnSpc>
              <a:spcBef>
                <a:spcPts val="0"/>
              </a:spcBef>
              <a:spcAft>
                <a:spcPts val="0"/>
              </a:spcAft>
              <a:buClr>
                <a:srgbClr val="0B5394"/>
              </a:buClr>
              <a:buSzPts val="3600"/>
              <a:buFont typeface="Calibri"/>
              <a:buNone/>
            </a:pPr>
            <a:r>
              <a:rPr lang="en-US" sz="3600">
                <a:solidFill>
                  <a:srgbClr val="1E1E1E"/>
                </a:solidFill>
                <a:latin typeface="Lalezar"/>
                <a:ea typeface="Lalezar"/>
                <a:cs typeface="Lalezar"/>
                <a:sym typeface="Lalezar"/>
              </a:rPr>
              <a:t>Conclusion &amp; Limitations</a:t>
            </a:r>
            <a:endParaRPr sz="3600">
              <a:solidFill>
                <a:srgbClr val="434343"/>
              </a:solidFill>
              <a:latin typeface="Lalezar"/>
              <a:ea typeface="Lalezar"/>
              <a:cs typeface="Lalezar"/>
              <a:sym typeface="Lalezar"/>
            </a:endParaRPr>
          </a:p>
        </p:txBody>
      </p:sp>
      <p:pic>
        <p:nvPicPr>
          <p:cNvPr id="147" name="Google Shape;147;p13"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51" name="Shape 151"/>
        <p:cNvGrpSpPr/>
        <p:nvPr/>
      </p:nvGrpSpPr>
      <p:grpSpPr>
        <a:xfrm>
          <a:off x="0" y="0"/>
          <a:ext cx="0" cy="0"/>
          <a:chOff x="0" y="0"/>
          <a:chExt cx="0" cy="0"/>
        </a:xfrm>
      </p:grpSpPr>
      <p:sp>
        <p:nvSpPr>
          <p:cNvPr id="152" name="Google Shape;152;g3b9c2afa51c_0_0"/>
          <p:cNvSpPr txBox="1"/>
          <p:nvPr>
            <p:ph idx="1" type="body"/>
          </p:nvPr>
        </p:nvSpPr>
        <p:spPr>
          <a:xfrm>
            <a:off x="457200" y="1761294"/>
            <a:ext cx="8229600" cy="4526100"/>
          </a:xfrm>
          <a:prstGeom prst="rect">
            <a:avLst/>
          </a:prstGeom>
          <a:noFill/>
          <a:ln>
            <a:noFill/>
          </a:ln>
        </p:spPr>
        <p:txBody>
          <a:bodyPr anchorCtr="0" anchor="t" bIns="45675" lIns="45675" spcFirstLastPara="1" rIns="45675" wrap="square" tIns="45675">
            <a:noAutofit/>
          </a:bodyPr>
          <a:lstStyle/>
          <a:p>
            <a:pPr indent="379474" lvl="0" marL="0" rtl="0" algn="ctr">
              <a:lnSpc>
                <a:spcPct val="80000"/>
              </a:lnSpc>
              <a:spcBef>
                <a:spcPts val="900"/>
              </a:spcBef>
              <a:spcAft>
                <a:spcPts val="0"/>
              </a:spcAft>
              <a:buSzPts val="1600"/>
              <a:buNone/>
            </a:pPr>
            <a:r>
              <a:rPr lang="en-US" sz="4800">
                <a:solidFill>
                  <a:srgbClr val="1E1E1E"/>
                </a:solidFill>
                <a:latin typeface="Lalezar"/>
                <a:ea typeface="Lalezar"/>
                <a:cs typeface="Lalezar"/>
                <a:sym typeface="Lalezar"/>
              </a:rPr>
              <a:t>Thank you for your attention!</a:t>
            </a:r>
            <a:endParaRPr sz="4800">
              <a:latin typeface="Lalezar"/>
              <a:ea typeface="Lalezar"/>
              <a:cs typeface="Lalezar"/>
              <a:sym typeface="Lalezar"/>
            </a:endParaRPr>
          </a:p>
          <a:p>
            <a:pPr indent="379474" lvl="0" marL="0" rtl="0" algn="ctr">
              <a:lnSpc>
                <a:spcPct val="80000"/>
              </a:lnSpc>
              <a:spcBef>
                <a:spcPts val="900"/>
              </a:spcBef>
              <a:spcAft>
                <a:spcPts val="0"/>
              </a:spcAft>
              <a:buSzPts val="1600"/>
              <a:buNone/>
            </a:pPr>
            <a:r>
              <a:t/>
            </a:r>
            <a:endParaRPr sz="4800">
              <a:latin typeface="Lalezar"/>
              <a:ea typeface="Lalezar"/>
              <a:cs typeface="Lalezar"/>
              <a:sym typeface="Lalezar"/>
            </a:endParaRPr>
          </a:p>
          <a:p>
            <a:pPr indent="379474" lvl="0" marL="0" rtl="0" algn="ctr">
              <a:lnSpc>
                <a:spcPct val="80000"/>
              </a:lnSpc>
              <a:spcBef>
                <a:spcPts val="900"/>
              </a:spcBef>
              <a:spcAft>
                <a:spcPts val="0"/>
              </a:spcAft>
              <a:buSzPts val="1600"/>
              <a:buNone/>
            </a:pPr>
            <a:r>
              <a:rPr lang="en-US" sz="4800">
                <a:solidFill>
                  <a:srgbClr val="1E1E1E"/>
                </a:solidFill>
                <a:latin typeface="Lalezar"/>
                <a:ea typeface="Lalezar"/>
                <a:cs typeface="Lalezar"/>
                <a:sym typeface="Lalezar"/>
              </a:rPr>
              <a:t>Any Question?</a:t>
            </a:r>
            <a:endParaRPr sz="4800">
              <a:latin typeface="Lalezar"/>
              <a:ea typeface="Lalezar"/>
              <a:cs typeface="Lalezar"/>
              <a:sym typeface="Lalezar"/>
            </a:endParaRPr>
          </a:p>
        </p:txBody>
      </p:sp>
      <p:pic>
        <p:nvPicPr>
          <p:cNvPr id="153" name="Google Shape;153;g3b9c2afa51c_0_0" title="0-removebg-preview.png"/>
          <p:cNvPicPr preferRelativeResize="0"/>
          <p:nvPr/>
        </p:nvPicPr>
        <p:blipFill rotWithShape="1">
          <a:blip r:embed="rId3">
            <a:alphaModFix/>
          </a:blip>
          <a:srcRect b="0" l="0" r="0" t="0"/>
          <a:stretch/>
        </p:blipFill>
        <p:spPr>
          <a:xfrm>
            <a:off x="-23028" y="-257097"/>
            <a:ext cx="2432873" cy="16219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6EBF0"/>
        </a:solidFill>
      </p:bgPr>
    </p:bg>
    <p:spTree>
      <p:nvGrpSpPr>
        <p:cNvPr id="157" name="Shape 157"/>
        <p:cNvGrpSpPr/>
        <p:nvPr/>
      </p:nvGrpSpPr>
      <p:grpSpPr>
        <a:xfrm>
          <a:off x="0" y="0"/>
          <a:ext cx="0" cy="0"/>
          <a:chOff x="0" y="0"/>
          <a:chExt cx="0" cy="0"/>
        </a:xfrm>
      </p:grpSpPr>
      <p:sp>
        <p:nvSpPr>
          <p:cNvPr id="158" name="Google Shape;158;p14"/>
          <p:cNvSpPr txBox="1"/>
          <p:nvPr>
            <p:ph idx="1" type="body"/>
          </p:nvPr>
        </p:nvSpPr>
        <p:spPr>
          <a:xfrm>
            <a:off x="457200" y="1761294"/>
            <a:ext cx="8229600" cy="4526100"/>
          </a:xfrm>
          <a:prstGeom prst="rect">
            <a:avLst/>
          </a:prstGeom>
          <a:noFill/>
          <a:ln>
            <a:noFill/>
          </a:ln>
        </p:spPr>
        <p:txBody>
          <a:bodyPr anchorCtr="0" anchor="t" bIns="45700" lIns="91425" spcFirstLastPara="1" rIns="91425" wrap="square" tIns="45700">
            <a:noAutofit/>
          </a:bodyPr>
          <a:lstStyle/>
          <a:p>
            <a:pPr indent="0" lvl="0" marL="165100" rtl="0" algn="l">
              <a:lnSpc>
                <a:spcPct val="100000"/>
              </a:lnSpc>
              <a:spcBef>
                <a:spcPts val="640"/>
              </a:spcBef>
              <a:spcAft>
                <a:spcPts val="0"/>
              </a:spcAft>
              <a:buClr>
                <a:srgbClr val="0B5394"/>
              </a:buClr>
              <a:buSzPts val="4000"/>
              <a:buNone/>
            </a:pPr>
            <a:r>
              <a:rPr lang="en-US" sz="1800">
                <a:solidFill>
                  <a:srgbClr val="1E1E1E"/>
                </a:solidFill>
                <a:latin typeface="Arial"/>
                <a:ea typeface="Arial"/>
                <a:cs typeface="Arial"/>
                <a:sym typeface="Arial"/>
              </a:rPr>
              <a:t>All members contributed to the project. We jointly suggested and selected the paper, read and discussed it, planned the replication approach, reviewed the results, and refined the final presentation. Primary responsibilities were:</a:t>
            </a:r>
            <a:endParaRPr sz="1800">
              <a:latin typeface="Arial"/>
              <a:ea typeface="Arial"/>
              <a:cs typeface="Arial"/>
              <a:sym typeface="Arial"/>
            </a:endParaRPr>
          </a:p>
          <a:p>
            <a:pPr indent="-342900" lvl="0" marL="457200" rtl="0" algn="l">
              <a:lnSpc>
                <a:spcPct val="100000"/>
              </a:lnSpc>
              <a:spcBef>
                <a:spcPts val="640"/>
              </a:spcBef>
              <a:spcAft>
                <a:spcPts val="0"/>
              </a:spcAft>
              <a:buClr>
                <a:srgbClr val="0B5394"/>
              </a:buClr>
              <a:buSzPts val="1800"/>
              <a:buChar char="●"/>
            </a:pPr>
            <a:r>
              <a:rPr lang="en-US" sz="1800">
                <a:solidFill>
                  <a:srgbClr val="1E1E1E"/>
                </a:solidFill>
                <a:latin typeface="Arial"/>
                <a:ea typeface="Arial"/>
                <a:cs typeface="Arial"/>
                <a:sym typeface="Arial"/>
              </a:rPr>
              <a:t>Azizullah Massomy – Coordination, environment setup, and troubleshooting replication issues.</a:t>
            </a:r>
            <a:endParaRPr sz="1800">
              <a:latin typeface="Arial"/>
              <a:ea typeface="Arial"/>
              <a:cs typeface="Arial"/>
              <a:sym typeface="Arial"/>
            </a:endParaRPr>
          </a:p>
          <a:p>
            <a:pPr indent="-342900" lvl="0" marL="457200" rtl="0" algn="l">
              <a:lnSpc>
                <a:spcPct val="100000"/>
              </a:lnSpc>
              <a:spcBef>
                <a:spcPts val="640"/>
              </a:spcBef>
              <a:spcAft>
                <a:spcPts val="0"/>
              </a:spcAft>
              <a:buClr>
                <a:srgbClr val="0B5394"/>
              </a:buClr>
              <a:buSzPts val="1800"/>
              <a:buChar char="●"/>
            </a:pPr>
            <a:r>
              <a:rPr lang="en-US" sz="1800">
                <a:solidFill>
                  <a:srgbClr val="1E1E1E"/>
                </a:solidFill>
                <a:latin typeface="Arial"/>
                <a:ea typeface="Arial"/>
                <a:cs typeface="Arial"/>
                <a:sym typeface="Arial"/>
              </a:rPr>
              <a:t>Fatemehsadat Sepehrihosseini – High-level paper summary and writing up the technical approach.</a:t>
            </a:r>
            <a:endParaRPr sz="1800">
              <a:latin typeface="Arial"/>
              <a:ea typeface="Arial"/>
              <a:cs typeface="Arial"/>
              <a:sym typeface="Arial"/>
            </a:endParaRPr>
          </a:p>
          <a:p>
            <a:pPr indent="-342900" lvl="0" marL="457200" rtl="0" algn="l">
              <a:lnSpc>
                <a:spcPct val="100000"/>
              </a:lnSpc>
              <a:spcBef>
                <a:spcPts val="640"/>
              </a:spcBef>
              <a:spcAft>
                <a:spcPts val="0"/>
              </a:spcAft>
              <a:buClr>
                <a:srgbClr val="0B5394"/>
              </a:buClr>
              <a:buSzPts val="1800"/>
              <a:buChar char="●"/>
            </a:pPr>
            <a:r>
              <a:rPr lang="en-US" sz="1800">
                <a:solidFill>
                  <a:srgbClr val="1E1E1E"/>
                </a:solidFill>
                <a:latin typeface="Arial"/>
                <a:ea typeface="Arial"/>
                <a:cs typeface="Arial"/>
                <a:sym typeface="Arial"/>
              </a:rPr>
              <a:t>Khalifa Nikzad – Running the replication, organizing outputs, and trying extra experiments for more insights.</a:t>
            </a:r>
            <a:endParaRPr sz="1800">
              <a:latin typeface="Arial"/>
              <a:ea typeface="Arial"/>
              <a:cs typeface="Arial"/>
              <a:sym typeface="Arial"/>
            </a:endParaRPr>
          </a:p>
          <a:p>
            <a:pPr indent="-342900" lvl="0" marL="457200" rtl="0" algn="l">
              <a:lnSpc>
                <a:spcPct val="100000"/>
              </a:lnSpc>
              <a:spcBef>
                <a:spcPts val="640"/>
              </a:spcBef>
              <a:spcAft>
                <a:spcPts val="0"/>
              </a:spcAft>
              <a:buClr>
                <a:srgbClr val="0B5394"/>
              </a:buClr>
              <a:buSzPts val="1800"/>
              <a:buChar char="●"/>
            </a:pPr>
            <a:r>
              <a:rPr lang="en-US" sz="1800">
                <a:solidFill>
                  <a:srgbClr val="1E1E1E"/>
                </a:solidFill>
                <a:latin typeface="Arial"/>
                <a:ea typeface="Arial"/>
                <a:cs typeface="Arial"/>
                <a:sym typeface="Arial"/>
              </a:rPr>
              <a:t>Irdi Kuka – Analyzing results and comparing them with the paper’s reported findings.</a:t>
            </a:r>
            <a:endParaRPr sz="1800">
              <a:latin typeface="Arial"/>
              <a:ea typeface="Arial"/>
              <a:cs typeface="Arial"/>
              <a:sym typeface="Arial"/>
            </a:endParaRPr>
          </a:p>
          <a:p>
            <a:pPr indent="-342900" lvl="0" marL="457200" rtl="0" algn="l">
              <a:lnSpc>
                <a:spcPct val="100000"/>
              </a:lnSpc>
              <a:spcBef>
                <a:spcPts val="640"/>
              </a:spcBef>
              <a:spcAft>
                <a:spcPts val="0"/>
              </a:spcAft>
              <a:buClr>
                <a:srgbClr val="0B5394"/>
              </a:buClr>
              <a:buSzPts val="1800"/>
              <a:buChar char="●"/>
            </a:pPr>
            <a:r>
              <a:rPr lang="en-US" sz="1800">
                <a:solidFill>
                  <a:srgbClr val="1E1E1E"/>
                </a:solidFill>
                <a:latin typeface="Arial"/>
                <a:ea typeface="Arial"/>
                <a:cs typeface="Arial"/>
                <a:sym typeface="Arial"/>
              </a:rPr>
              <a:t>Shogofa Nawrozy – Final slide structure, assignment requirement checks, and final presentation polishing. </a:t>
            </a:r>
            <a:endParaRPr sz="1800">
              <a:latin typeface="Arial"/>
              <a:ea typeface="Arial"/>
              <a:cs typeface="Arial"/>
              <a:sym typeface="Arial"/>
            </a:endParaRPr>
          </a:p>
          <a:p>
            <a:pPr indent="-342900" lvl="0" marL="457200" rtl="0" algn="l">
              <a:lnSpc>
                <a:spcPct val="100000"/>
              </a:lnSpc>
              <a:spcBef>
                <a:spcPts val="640"/>
              </a:spcBef>
              <a:spcAft>
                <a:spcPts val="0"/>
              </a:spcAft>
              <a:buClr>
                <a:srgbClr val="0B5394"/>
              </a:buClr>
              <a:buSzPts val="1800"/>
              <a:buChar char="●"/>
            </a:pPr>
            <a:r>
              <a:rPr lang="en-US" sz="1800">
                <a:solidFill>
                  <a:srgbClr val="1E1E1E"/>
                </a:solidFill>
                <a:latin typeface="Arial"/>
                <a:ea typeface="Arial"/>
                <a:cs typeface="Arial"/>
                <a:sym typeface="Arial"/>
              </a:rPr>
              <a:t>Link to repository: </a:t>
            </a:r>
            <a:r>
              <a:rPr lang="en-US" sz="1800" u="sng">
                <a:solidFill>
                  <a:srgbClr val="1E1E1E"/>
                </a:solidFill>
                <a:latin typeface="Arial"/>
                <a:ea typeface="Arial"/>
                <a:cs typeface="Arial"/>
                <a:sym typeface="Arial"/>
                <a:hlinkClick r:id="rId3">
                  <a:extLst>
                    <a:ext uri="{A12FA001-AC4F-418D-AE19-62706E023703}">
                      <ahyp:hlinkClr val="tx"/>
                    </a:ext>
                  </a:extLst>
                </a:hlinkClick>
              </a:rPr>
              <a:t>GitHub</a:t>
            </a:r>
            <a:endParaRPr sz="1800">
              <a:latin typeface="Arial"/>
              <a:ea typeface="Arial"/>
              <a:cs typeface="Arial"/>
              <a:sym typeface="Arial"/>
            </a:endParaRPr>
          </a:p>
          <a:p>
            <a:pPr indent="0" lvl="0" marL="457200" rtl="0" algn="r">
              <a:lnSpc>
                <a:spcPct val="100000"/>
              </a:lnSpc>
              <a:spcBef>
                <a:spcPts val="1200"/>
              </a:spcBef>
              <a:spcAft>
                <a:spcPts val="0"/>
              </a:spcAft>
              <a:buSzPts val="7200"/>
              <a:buNone/>
            </a:pPr>
            <a:r>
              <a:rPr lang="en-US" sz="1900">
                <a:solidFill>
                  <a:srgbClr val="434343"/>
                </a:solidFill>
              </a:rPr>
              <a:t>Winter semester 2025 </a:t>
            </a:r>
            <a:endParaRPr sz="1800">
              <a:solidFill>
                <a:srgbClr val="0B5394"/>
              </a:solidFill>
              <a:latin typeface="Arial"/>
              <a:ea typeface="Arial"/>
              <a:cs typeface="Arial"/>
              <a:sym typeface="Arial"/>
            </a:endParaRPr>
          </a:p>
        </p:txBody>
      </p:sp>
      <p:sp>
        <p:nvSpPr>
          <p:cNvPr id="159" name="Google Shape;159;p14"/>
          <p:cNvSpPr txBox="1"/>
          <p:nvPr>
            <p:ph type="title"/>
          </p:nvPr>
        </p:nvSpPr>
        <p:spPr>
          <a:xfrm>
            <a:off x="457200" y="619839"/>
            <a:ext cx="8229600" cy="1143000"/>
          </a:xfrm>
          <a:prstGeom prst="rect">
            <a:avLst/>
          </a:prstGeom>
          <a:noFill/>
          <a:ln>
            <a:noFill/>
          </a:ln>
        </p:spPr>
        <p:txBody>
          <a:bodyPr anchorCtr="0" anchor="ctr" bIns="45700" lIns="91425" spcFirstLastPara="1" rIns="91425" wrap="square" tIns="45700">
            <a:normAutofit/>
          </a:bodyPr>
          <a:lstStyle/>
          <a:p>
            <a:pPr indent="0" lvl="0" marL="0" rtl="0" algn="ctr">
              <a:lnSpc>
                <a:spcPct val="100000"/>
              </a:lnSpc>
              <a:spcBef>
                <a:spcPts val="0"/>
              </a:spcBef>
              <a:spcAft>
                <a:spcPts val="0"/>
              </a:spcAft>
              <a:buClr>
                <a:schemeClr val="dk1"/>
              </a:buClr>
              <a:buSzPts val="4400"/>
              <a:buFont typeface="Calibri"/>
              <a:buNone/>
            </a:pPr>
            <a:r>
              <a:rPr lang="en-US" sz="3600">
                <a:solidFill>
                  <a:srgbClr val="1E1E1E"/>
                </a:solidFill>
                <a:latin typeface="Lalezar"/>
                <a:ea typeface="Lalezar"/>
                <a:cs typeface="Lalezar"/>
                <a:sym typeface="Lalezar"/>
              </a:rPr>
              <a:t>Work Distribution</a:t>
            </a:r>
            <a:endParaRPr sz="3600">
              <a:solidFill>
                <a:srgbClr val="0B5394"/>
              </a:solidFill>
            </a:endParaRPr>
          </a:p>
        </p:txBody>
      </p:sp>
      <p:pic>
        <p:nvPicPr>
          <p:cNvPr id="160" name="Google Shape;160;p14" title="0-removebg-preview.png"/>
          <p:cNvPicPr preferRelativeResize="0"/>
          <p:nvPr/>
        </p:nvPicPr>
        <p:blipFill rotWithShape="1">
          <a:blip r:embed="rId4">
            <a:alphaModFix/>
          </a:blip>
          <a:srcRect b="0" l="0" r="0" t="0"/>
          <a:stretch/>
        </p:blipFill>
        <p:spPr>
          <a:xfrm>
            <a:off x="-23028" y="-257097"/>
            <a:ext cx="2432873" cy="16219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